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99" r:id="rId3"/>
    <p:sldId id="298" r:id="rId4"/>
    <p:sldId id="297" r:id="rId5"/>
    <p:sldId id="266" r:id="rId6"/>
    <p:sldId id="284" r:id="rId7"/>
    <p:sldId id="286" r:id="rId8"/>
    <p:sldId id="283" r:id="rId9"/>
    <p:sldId id="257" r:id="rId10"/>
    <p:sldId id="256" r:id="rId11"/>
    <p:sldId id="258" r:id="rId12"/>
    <p:sldId id="267" r:id="rId13"/>
    <p:sldId id="275" r:id="rId14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7A88D4-C5F0-4994-984B-E2718CD50A90}" v="5" dt="2024-05-28T10:44:54.9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81" autoAdjust="0"/>
    <p:restoredTop sz="94660"/>
  </p:normalViewPr>
  <p:slideViewPr>
    <p:cSldViewPr snapToGrid="0">
      <p:cViewPr varScale="1">
        <p:scale>
          <a:sx n="78" d="100"/>
          <a:sy n="78" d="100"/>
        </p:scale>
        <p:origin x="62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ik Ejlskov Jensen (Delegate)" userId="4aa40976-d7c6-47fa-b4ba-cf0621f5de0c" providerId="ADAL" clId="{6D7A88D4-C5F0-4994-984B-E2718CD50A90}"/>
    <pc:docChg chg="undo custSel addSld delSld modSld sldOrd">
      <pc:chgData name="Erik Ejlskov Jensen (Delegate)" userId="4aa40976-d7c6-47fa-b4ba-cf0621f5de0c" providerId="ADAL" clId="{6D7A88D4-C5F0-4994-984B-E2718CD50A90}" dt="2024-06-08T11:37:32.132" v="516" actId="14100"/>
      <pc:docMkLst>
        <pc:docMk/>
      </pc:docMkLst>
      <pc:sldChg chg="modSp mod">
        <pc:chgData name="Erik Ejlskov Jensen (Delegate)" userId="4aa40976-d7c6-47fa-b4ba-cf0621f5de0c" providerId="ADAL" clId="{6D7A88D4-C5F0-4994-984B-E2718CD50A90}" dt="2024-05-28T10:40:19.554" v="59" actId="255"/>
        <pc:sldMkLst>
          <pc:docMk/>
          <pc:sldMk cId="3999718679" sldId="257"/>
        </pc:sldMkLst>
        <pc:graphicFrameChg chg="mod modGraphic">
          <ac:chgData name="Erik Ejlskov Jensen (Delegate)" userId="4aa40976-d7c6-47fa-b4ba-cf0621f5de0c" providerId="ADAL" clId="{6D7A88D4-C5F0-4994-984B-E2718CD50A90}" dt="2024-05-28T10:40:19.554" v="59" actId="255"/>
          <ac:graphicFrameMkLst>
            <pc:docMk/>
            <pc:sldMk cId="3999718679" sldId="257"/>
            <ac:graphicFrameMk id="5" creationId="{C72563C5-A433-61F8-5394-C78C4BAF790A}"/>
          </ac:graphicFrameMkLst>
        </pc:graphicFrameChg>
      </pc:sldChg>
      <pc:sldChg chg="addSp delSp modSp new mod ord setBg">
        <pc:chgData name="Erik Ejlskov Jensen (Delegate)" userId="4aa40976-d7c6-47fa-b4ba-cf0621f5de0c" providerId="ADAL" clId="{6D7A88D4-C5F0-4994-984B-E2718CD50A90}" dt="2024-06-08T11:02:50.352" v="95"/>
        <pc:sldMkLst>
          <pc:docMk/>
          <pc:sldMk cId="3979714111" sldId="258"/>
        </pc:sldMkLst>
        <pc:spChg chg="del">
          <ac:chgData name="Erik Ejlskov Jensen (Delegate)" userId="4aa40976-d7c6-47fa-b4ba-cf0621f5de0c" providerId="ADAL" clId="{6D7A88D4-C5F0-4994-984B-E2718CD50A90}" dt="2024-05-28T10:44:59.481" v="62" actId="26606"/>
          <ac:spMkLst>
            <pc:docMk/>
            <pc:sldMk cId="3979714111" sldId="258"/>
            <ac:spMk id="2" creationId="{5B53A762-D9BA-B9EB-CC05-2FFF497A7622}"/>
          </ac:spMkLst>
        </pc:spChg>
        <pc:spChg chg="del">
          <ac:chgData name="Erik Ejlskov Jensen (Delegate)" userId="4aa40976-d7c6-47fa-b4ba-cf0621f5de0c" providerId="ADAL" clId="{6D7A88D4-C5F0-4994-984B-E2718CD50A90}" dt="2024-05-28T10:44:59.481" v="62" actId="26606"/>
          <ac:spMkLst>
            <pc:docMk/>
            <pc:sldMk cId="3979714111" sldId="258"/>
            <ac:spMk id="3" creationId="{6A0B7429-237E-D588-F929-0D861E4C2FE4}"/>
          </ac:spMkLst>
        </pc:spChg>
        <pc:spChg chg="add">
          <ac:chgData name="Erik Ejlskov Jensen (Delegate)" userId="4aa40976-d7c6-47fa-b4ba-cf0621f5de0c" providerId="ADAL" clId="{6D7A88D4-C5F0-4994-984B-E2718CD50A90}" dt="2024-05-28T10:44:59.481" v="62" actId="26606"/>
          <ac:spMkLst>
            <pc:docMk/>
            <pc:sldMk cId="3979714111" sldId="258"/>
            <ac:spMk id="1031" creationId="{42A4FC2C-047E-45A5-965D-8E1E3BF09BC6}"/>
          </ac:spMkLst>
        </pc:spChg>
        <pc:picChg chg="add mod">
          <ac:chgData name="Erik Ejlskov Jensen (Delegate)" userId="4aa40976-d7c6-47fa-b4ba-cf0621f5de0c" providerId="ADAL" clId="{6D7A88D4-C5F0-4994-984B-E2718CD50A90}" dt="2024-05-28T10:44:59.481" v="62" actId="26606"/>
          <ac:picMkLst>
            <pc:docMk/>
            <pc:sldMk cId="3979714111" sldId="258"/>
            <ac:picMk id="1026" creationId="{0ABCBC13-8996-BF34-379B-67805E159CCE}"/>
          </ac:picMkLst>
        </pc:picChg>
      </pc:sldChg>
      <pc:sldChg chg="addSp delSp modSp new mod ord setBg">
        <pc:chgData name="Erik Ejlskov Jensen (Delegate)" userId="4aa40976-d7c6-47fa-b4ba-cf0621f5de0c" providerId="ADAL" clId="{6D7A88D4-C5F0-4994-984B-E2718CD50A90}" dt="2024-06-08T11:00:25.822" v="68" actId="27614"/>
        <pc:sldMkLst>
          <pc:docMk/>
          <pc:sldMk cId="2608360277" sldId="259"/>
        </pc:sldMkLst>
        <pc:spChg chg="del">
          <ac:chgData name="Erik Ejlskov Jensen (Delegate)" userId="4aa40976-d7c6-47fa-b4ba-cf0621f5de0c" providerId="ADAL" clId="{6D7A88D4-C5F0-4994-984B-E2718CD50A90}" dt="2024-06-08T11:00:19.154" v="67" actId="26606"/>
          <ac:spMkLst>
            <pc:docMk/>
            <pc:sldMk cId="2608360277" sldId="259"/>
            <ac:spMk id="2" creationId="{A5199667-D145-D684-9201-AEC9AE41E486}"/>
          </ac:spMkLst>
        </pc:spChg>
        <pc:spChg chg="del">
          <ac:chgData name="Erik Ejlskov Jensen (Delegate)" userId="4aa40976-d7c6-47fa-b4ba-cf0621f5de0c" providerId="ADAL" clId="{6D7A88D4-C5F0-4994-984B-E2718CD50A90}" dt="2024-06-08T11:00:19.154" v="67" actId="26606"/>
          <ac:spMkLst>
            <pc:docMk/>
            <pc:sldMk cId="2608360277" sldId="259"/>
            <ac:spMk id="3" creationId="{5F24CDE3-0CD3-3C69-0AC8-8671462DDABA}"/>
          </ac:spMkLst>
        </pc:spChg>
        <pc:picChg chg="add mod">
          <ac:chgData name="Erik Ejlskov Jensen (Delegate)" userId="4aa40976-d7c6-47fa-b4ba-cf0621f5de0c" providerId="ADAL" clId="{6D7A88D4-C5F0-4994-984B-E2718CD50A90}" dt="2024-06-08T11:00:25.822" v="68" actId="27614"/>
          <ac:picMkLst>
            <pc:docMk/>
            <pc:sldMk cId="2608360277" sldId="259"/>
            <ac:picMk id="5" creationId="{4056326D-F101-F0D9-E701-72BCBC30E908}"/>
          </ac:picMkLst>
        </pc:picChg>
      </pc:sldChg>
      <pc:sldChg chg="modSp new mod">
        <pc:chgData name="Erik Ejlskov Jensen (Delegate)" userId="4aa40976-d7c6-47fa-b4ba-cf0621f5de0c" providerId="ADAL" clId="{6D7A88D4-C5F0-4994-984B-E2718CD50A90}" dt="2024-06-08T11:02:44" v="93" actId="20577"/>
        <pc:sldMkLst>
          <pc:docMk/>
          <pc:sldMk cId="1629529692" sldId="260"/>
        </pc:sldMkLst>
        <pc:spChg chg="mod">
          <ac:chgData name="Erik Ejlskov Jensen (Delegate)" userId="4aa40976-d7c6-47fa-b4ba-cf0621f5de0c" providerId="ADAL" clId="{6D7A88D4-C5F0-4994-984B-E2718CD50A90}" dt="2024-06-08T11:02:30.876" v="82" actId="27636"/>
          <ac:spMkLst>
            <pc:docMk/>
            <pc:sldMk cId="1629529692" sldId="260"/>
            <ac:spMk id="2" creationId="{11234BBA-3C89-47A9-FF8E-EEE5B7684BF6}"/>
          </ac:spMkLst>
        </pc:spChg>
        <pc:spChg chg="mod">
          <ac:chgData name="Erik Ejlskov Jensen (Delegate)" userId="4aa40976-d7c6-47fa-b4ba-cf0621f5de0c" providerId="ADAL" clId="{6D7A88D4-C5F0-4994-984B-E2718CD50A90}" dt="2024-06-08T11:02:44" v="93" actId="20577"/>
          <ac:spMkLst>
            <pc:docMk/>
            <pc:sldMk cId="1629529692" sldId="260"/>
            <ac:spMk id="3" creationId="{3E3884AF-7137-D192-5617-7E4A22F3EA8A}"/>
          </ac:spMkLst>
        </pc:spChg>
      </pc:sldChg>
      <pc:sldChg chg="modSp new mod">
        <pc:chgData name="Erik Ejlskov Jensen (Delegate)" userId="4aa40976-d7c6-47fa-b4ba-cf0621f5de0c" providerId="ADAL" clId="{6D7A88D4-C5F0-4994-984B-E2718CD50A90}" dt="2024-06-08T11:14:07.500" v="269" actId="20577"/>
        <pc:sldMkLst>
          <pc:docMk/>
          <pc:sldMk cId="1616935625" sldId="261"/>
        </pc:sldMkLst>
        <pc:spChg chg="mod">
          <ac:chgData name="Erik Ejlskov Jensen (Delegate)" userId="4aa40976-d7c6-47fa-b4ba-cf0621f5de0c" providerId="ADAL" clId="{6D7A88D4-C5F0-4994-984B-E2718CD50A90}" dt="2024-06-08T11:12:06.650" v="116" actId="20577"/>
          <ac:spMkLst>
            <pc:docMk/>
            <pc:sldMk cId="1616935625" sldId="261"/>
            <ac:spMk id="2" creationId="{4CBEFEE1-ED9F-6A86-7898-3DD3D0AF7949}"/>
          </ac:spMkLst>
        </pc:spChg>
        <pc:spChg chg="mod">
          <ac:chgData name="Erik Ejlskov Jensen (Delegate)" userId="4aa40976-d7c6-47fa-b4ba-cf0621f5de0c" providerId="ADAL" clId="{6D7A88D4-C5F0-4994-984B-E2718CD50A90}" dt="2024-06-08T11:14:07.500" v="269" actId="20577"/>
          <ac:spMkLst>
            <pc:docMk/>
            <pc:sldMk cId="1616935625" sldId="261"/>
            <ac:spMk id="3" creationId="{9CAE6B23-3C42-0472-5CA7-DEA0377C2567}"/>
          </ac:spMkLst>
        </pc:spChg>
      </pc:sldChg>
      <pc:sldChg chg="modSp new del mod">
        <pc:chgData name="Erik Ejlskov Jensen (Delegate)" userId="4aa40976-d7c6-47fa-b4ba-cf0621f5de0c" providerId="ADAL" clId="{6D7A88D4-C5F0-4994-984B-E2718CD50A90}" dt="2024-06-08T11:30:07.195" v="302" actId="47"/>
        <pc:sldMkLst>
          <pc:docMk/>
          <pc:sldMk cId="444966036" sldId="262"/>
        </pc:sldMkLst>
        <pc:spChg chg="mod">
          <ac:chgData name="Erik Ejlskov Jensen (Delegate)" userId="4aa40976-d7c6-47fa-b4ba-cf0621f5de0c" providerId="ADAL" clId="{6D7A88D4-C5F0-4994-984B-E2718CD50A90}" dt="2024-06-08T11:14:36.778" v="274" actId="20577"/>
          <ac:spMkLst>
            <pc:docMk/>
            <pc:sldMk cId="444966036" sldId="262"/>
            <ac:spMk id="2" creationId="{28E6CBF9-797C-0E37-41A4-3F24518E4947}"/>
          </ac:spMkLst>
        </pc:spChg>
        <pc:spChg chg="mod">
          <ac:chgData name="Erik Ejlskov Jensen (Delegate)" userId="4aa40976-d7c6-47fa-b4ba-cf0621f5de0c" providerId="ADAL" clId="{6D7A88D4-C5F0-4994-984B-E2718CD50A90}" dt="2024-06-08T11:14:51.968" v="296" actId="20577"/>
          <ac:spMkLst>
            <pc:docMk/>
            <pc:sldMk cId="444966036" sldId="262"/>
            <ac:spMk id="3" creationId="{06A2C36F-C917-86A8-8B29-6EACDD7E4F12}"/>
          </ac:spMkLst>
        </pc:spChg>
      </pc:sldChg>
      <pc:sldChg chg="modSp new del mod">
        <pc:chgData name="Erik Ejlskov Jensen (Delegate)" userId="4aa40976-d7c6-47fa-b4ba-cf0621f5de0c" providerId="ADAL" clId="{6D7A88D4-C5F0-4994-984B-E2718CD50A90}" dt="2024-06-08T11:30:20.542" v="309" actId="47"/>
        <pc:sldMkLst>
          <pc:docMk/>
          <pc:sldMk cId="2855933629" sldId="263"/>
        </pc:sldMkLst>
        <pc:spChg chg="mod">
          <ac:chgData name="Erik Ejlskov Jensen (Delegate)" userId="4aa40976-d7c6-47fa-b4ba-cf0621f5de0c" providerId="ADAL" clId="{6D7A88D4-C5F0-4994-984B-E2718CD50A90}" dt="2024-06-08T11:30:03.999" v="301" actId="20577"/>
          <ac:spMkLst>
            <pc:docMk/>
            <pc:sldMk cId="2855933629" sldId="263"/>
            <ac:spMk id="2" creationId="{6FDCB942-34B0-A7DB-43F9-BE76AEE31C7F}"/>
          </ac:spMkLst>
        </pc:spChg>
      </pc:sldChg>
      <pc:sldChg chg="modSp new mod">
        <pc:chgData name="Erik Ejlskov Jensen (Delegate)" userId="4aa40976-d7c6-47fa-b4ba-cf0621f5de0c" providerId="ADAL" clId="{6D7A88D4-C5F0-4994-984B-E2718CD50A90}" dt="2024-06-08T11:30:17.768" v="308" actId="20577"/>
        <pc:sldMkLst>
          <pc:docMk/>
          <pc:sldMk cId="41144073" sldId="264"/>
        </pc:sldMkLst>
        <pc:spChg chg="mod">
          <ac:chgData name="Erik Ejlskov Jensen (Delegate)" userId="4aa40976-d7c6-47fa-b4ba-cf0621f5de0c" providerId="ADAL" clId="{6D7A88D4-C5F0-4994-984B-E2718CD50A90}" dt="2024-06-08T11:30:17.768" v="308" actId="20577"/>
          <ac:spMkLst>
            <pc:docMk/>
            <pc:sldMk cId="41144073" sldId="264"/>
            <ac:spMk id="2" creationId="{46764B13-08C2-5DF8-A53C-BFEC16E91C07}"/>
          </ac:spMkLst>
        </pc:spChg>
      </pc:sldChg>
      <pc:sldChg chg="modSp new mod">
        <pc:chgData name="Erik Ejlskov Jensen (Delegate)" userId="4aa40976-d7c6-47fa-b4ba-cf0621f5de0c" providerId="ADAL" clId="{6D7A88D4-C5F0-4994-984B-E2718CD50A90}" dt="2024-06-08T11:30:32.168" v="315" actId="20577"/>
        <pc:sldMkLst>
          <pc:docMk/>
          <pc:sldMk cId="3659650217" sldId="265"/>
        </pc:sldMkLst>
        <pc:spChg chg="mod">
          <ac:chgData name="Erik Ejlskov Jensen (Delegate)" userId="4aa40976-d7c6-47fa-b4ba-cf0621f5de0c" providerId="ADAL" clId="{6D7A88D4-C5F0-4994-984B-E2718CD50A90}" dt="2024-06-08T11:30:32.168" v="315" actId="20577"/>
          <ac:spMkLst>
            <pc:docMk/>
            <pc:sldMk cId="3659650217" sldId="265"/>
            <ac:spMk id="2" creationId="{B403F286-DD29-2236-7333-80878DDF851A}"/>
          </ac:spMkLst>
        </pc:spChg>
      </pc:sldChg>
      <pc:sldChg chg="addSp modSp new mod setBg">
        <pc:chgData name="Erik Ejlskov Jensen (Delegate)" userId="4aa40976-d7c6-47fa-b4ba-cf0621f5de0c" providerId="ADAL" clId="{6D7A88D4-C5F0-4994-984B-E2718CD50A90}" dt="2024-06-08T11:37:32.132" v="516" actId="14100"/>
        <pc:sldMkLst>
          <pc:docMk/>
          <pc:sldMk cId="1406646759" sldId="266"/>
        </pc:sldMkLst>
        <pc:spChg chg="mod">
          <ac:chgData name="Erik Ejlskov Jensen (Delegate)" userId="4aa40976-d7c6-47fa-b4ba-cf0621f5de0c" providerId="ADAL" clId="{6D7A88D4-C5F0-4994-984B-E2718CD50A90}" dt="2024-06-08T11:36:53.446" v="506" actId="26606"/>
          <ac:spMkLst>
            <pc:docMk/>
            <pc:sldMk cId="1406646759" sldId="266"/>
            <ac:spMk id="2" creationId="{852AC18E-06F7-297B-4A55-D3F36AEDEDBD}"/>
          </ac:spMkLst>
        </pc:spChg>
        <pc:spChg chg="mod">
          <ac:chgData name="Erik Ejlskov Jensen (Delegate)" userId="4aa40976-d7c6-47fa-b4ba-cf0621f5de0c" providerId="ADAL" clId="{6D7A88D4-C5F0-4994-984B-E2718CD50A90}" dt="2024-06-08T11:37:32.132" v="516" actId="14100"/>
          <ac:spMkLst>
            <pc:docMk/>
            <pc:sldMk cId="1406646759" sldId="266"/>
            <ac:spMk id="3" creationId="{98B6C42F-8CB3-FB57-D11C-4033DD156FEC}"/>
          </ac:spMkLst>
        </pc:spChg>
        <pc:spChg chg="add">
          <ac:chgData name="Erik Ejlskov Jensen (Delegate)" userId="4aa40976-d7c6-47fa-b4ba-cf0621f5de0c" providerId="ADAL" clId="{6D7A88D4-C5F0-4994-984B-E2718CD50A90}" dt="2024-06-08T11:36:53.446" v="506" actId="26606"/>
          <ac:spMkLst>
            <pc:docMk/>
            <pc:sldMk cId="1406646759" sldId="266"/>
            <ac:spMk id="10" creationId="{743AA782-23D1-4521-8CAD-47662984AA08}"/>
          </ac:spMkLst>
        </pc:spChg>
        <pc:spChg chg="add">
          <ac:chgData name="Erik Ejlskov Jensen (Delegate)" userId="4aa40976-d7c6-47fa-b4ba-cf0621f5de0c" providerId="ADAL" clId="{6D7A88D4-C5F0-4994-984B-E2718CD50A90}" dt="2024-06-08T11:36:53.446" v="506" actId="26606"/>
          <ac:spMkLst>
            <pc:docMk/>
            <pc:sldMk cId="1406646759" sldId="266"/>
            <ac:spMk id="12" creationId="{71877DBC-BB60-40F0-AC93-2ACDBAAE60CE}"/>
          </ac:spMkLst>
        </pc:spChg>
        <pc:picChg chg="add mod">
          <ac:chgData name="Erik Ejlskov Jensen (Delegate)" userId="4aa40976-d7c6-47fa-b4ba-cf0621f5de0c" providerId="ADAL" clId="{6D7A88D4-C5F0-4994-984B-E2718CD50A90}" dt="2024-06-08T11:37:29.050" v="515" actId="14100"/>
          <ac:picMkLst>
            <pc:docMk/>
            <pc:sldMk cId="1406646759" sldId="266"/>
            <ac:picMk id="5" creationId="{1ACEDAF7-1A70-3E40-9618-12BBF5CB9F25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Relationship Id="rId14" Type="http://schemas.openxmlformats.org/officeDocument/2006/relationships/image" Target="../media/image20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Relationship Id="rId1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409E7EF-9B8A-4BB6-AD4E-5324DEB9481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2" csCatId="colorful" phldr="1"/>
      <dgm:spPr/>
      <dgm:t>
        <a:bodyPr/>
        <a:lstStyle/>
        <a:p>
          <a:endParaRPr lang="en-US"/>
        </a:p>
      </dgm:t>
    </dgm:pt>
    <dgm:pt modelId="{8BD2E125-CBB2-4AE0-B144-D81101932B3B}">
      <dgm:prSet/>
      <dgm:spPr/>
      <dgm:t>
        <a:bodyPr/>
        <a:lstStyle/>
        <a:p>
          <a:pPr>
            <a:lnSpc>
              <a:spcPct val="100000"/>
            </a:lnSpc>
          </a:pPr>
          <a:r>
            <a:rPr lang="da-DK"/>
            <a:t>Add database to source control</a:t>
          </a:r>
          <a:endParaRPr lang="en-US"/>
        </a:p>
      </dgm:t>
    </dgm:pt>
    <dgm:pt modelId="{1EAEABF6-801C-4AFF-86EF-606B0C18A260}" type="parTrans" cxnId="{39BBE8AA-7169-44C6-AC58-C81B1A015941}">
      <dgm:prSet/>
      <dgm:spPr/>
      <dgm:t>
        <a:bodyPr/>
        <a:lstStyle/>
        <a:p>
          <a:endParaRPr lang="en-US"/>
        </a:p>
      </dgm:t>
    </dgm:pt>
    <dgm:pt modelId="{B7385275-5561-4466-AD5A-2B4929052006}" type="sibTrans" cxnId="{39BBE8AA-7169-44C6-AC58-C81B1A015941}">
      <dgm:prSet/>
      <dgm:spPr/>
      <dgm:t>
        <a:bodyPr/>
        <a:lstStyle/>
        <a:p>
          <a:endParaRPr lang="en-US"/>
        </a:p>
      </dgm:t>
    </dgm:pt>
    <dgm:pt modelId="{014D9DBA-2C58-4183-9624-7CA2D7A00968}">
      <dgm:prSet/>
      <dgm:spPr/>
      <dgm:t>
        <a:bodyPr/>
        <a:lstStyle/>
        <a:p>
          <a:pPr>
            <a:lnSpc>
              <a:spcPct val="100000"/>
            </a:lnSpc>
          </a:pPr>
          <a:r>
            <a:rPr lang="da-DK"/>
            <a:t>Improve with static code analysis</a:t>
          </a:r>
          <a:endParaRPr lang="en-US"/>
        </a:p>
      </dgm:t>
    </dgm:pt>
    <dgm:pt modelId="{8F7AB5D7-04C3-44D5-9AE2-D861A8929413}" type="parTrans" cxnId="{4AF09C82-8CA4-425D-8650-D53618A1B4B4}">
      <dgm:prSet/>
      <dgm:spPr/>
      <dgm:t>
        <a:bodyPr/>
        <a:lstStyle/>
        <a:p>
          <a:endParaRPr lang="en-US"/>
        </a:p>
      </dgm:t>
    </dgm:pt>
    <dgm:pt modelId="{02B6B5EB-BB5B-4C58-A383-D5F0A89CA118}" type="sibTrans" cxnId="{4AF09C82-8CA4-425D-8650-D53618A1B4B4}">
      <dgm:prSet/>
      <dgm:spPr/>
      <dgm:t>
        <a:bodyPr/>
        <a:lstStyle/>
        <a:p>
          <a:endParaRPr lang="en-US"/>
        </a:p>
      </dgm:t>
    </dgm:pt>
    <dgm:pt modelId="{48AB2B9F-D64A-49CC-A436-7CC40E9C191B}">
      <dgm:prSet/>
      <dgm:spPr/>
      <dgm:t>
        <a:bodyPr/>
        <a:lstStyle/>
        <a:p>
          <a:pPr>
            <a:lnSpc>
              <a:spcPct val="100000"/>
            </a:lnSpc>
          </a:pPr>
          <a:r>
            <a:rPr lang="da-DK"/>
            <a:t>Understand better with a diagram</a:t>
          </a:r>
          <a:endParaRPr lang="en-US"/>
        </a:p>
      </dgm:t>
    </dgm:pt>
    <dgm:pt modelId="{5A35E03C-B271-4D7E-A688-B5405434A865}" type="parTrans" cxnId="{8825FAAF-4485-48C3-8498-EBBB6BC48956}">
      <dgm:prSet/>
      <dgm:spPr/>
      <dgm:t>
        <a:bodyPr/>
        <a:lstStyle/>
        <a:p>
          <a:endParaRPr lang="en-US"/>
        </a:p>
      </dgm:t>
    </dgm:pt>
    <dgm:pt modelId="{3D67E127-BBF2-4426-AA4E-6861A81B7ECB}" type="sibTrans" cxnId="{8825FAAF-4485-48C3-8498-EBBB6BC48956}">
      <dgm:prSet/>
      <dgm:spPr/>
      <dgm:t>
        <a:bodyPr/>
        <a:lstStyle/>
        <a:p>
          <a:endParaRPr lang="en-US"/>
        </a:p>
      </dgm:t>
    </dgm:pt>
    <dgm:pt modelId="{7B28A256-0BF8-47AE-986E-DAF4F7843F63}">
      <dgm:prSet/>
      <dgm:spPr/>
      <dgm:t>
        <a:bodyPr/>
        <a:lstStyle/>
        <a:p>
          <a:pPr>
            <a:lnSpc>
              <a:spcPct val="100000"/>
            </a:lnSpc>
          </a:pPr>
          <a:r>
            <a:rPr lang="da-DK" dirty="0" err="1"/>
            <a:t>Build</a:t>
          </a:r>
          <a:r>
            <a:rPr lang="da-DK" dirty="0"/>
            <a:t> and </a:t>
          </a:r>
          <a:r>
            <a:rPr lang="da-DK" dirty="0" err="1"/>
            <a:t>deploy</a:t>
          </a:r>
          <a:endParaRPr lang="en-US" dirty="0"/>
        </a:p>
      </dgm:t>
    </dgm:pt>
    <dgm:pt modelId="{AF141D82-61B2-4C8A-9767-5B152BF4E305}" type="parTrans" cxnId="{82C323CB-8522-49CD-810F-A301D8B80A11}">
      <dgm:prSet/>
      <dgm:spPr/>
      <dgm:t>
        <a:bodyPr/>
        <a:lstStyle/>
        <a:p>
          <a:endParaRPr lang="en-US"/>
        </a:p>
      </dgm:t>
    </dgm:pt>
    <dgm:pt modelId="{712C9208-7792-49B9-974A-46C8711ADA87}" type="sibTrans" cxnId="{82C323CB-8522-49CD-810F-A301D8B80A11}">
      <dgm:prSet/>
      <dgm:spPr/>
      <dgm:t>
        <a:bodyPr/>
        <a:lstStyle/>
        <a:p>
          <a:endParaRPr lang="en-US"/>
        </a:p>
      </dgm:t>
    </dgm:pt>
    <dgm:pt modelId="{92D91626-497F-4EC3-9D89-8DF70B4D2370}">
      <dgm:prSet/>
      <dgm:spPr/>
      <dgm:t>
        <a:bodyPr/>
        <a:lstStyle/>
        <a:p>
          <a:pPr>
            <a:lnSpc>
              <a:spcPct val="100000"/>
            </a:lnSpc>
          </a:pPr>
          <a:r>
            <a:rPr lang="da-DK"/>
            <a:t>Generate EF Core 10 DbContext</a:t>
          </a:r>
          <a:endParaRPr lang="en-US"/>
        </a:p>
      </dgm:t>
    </dgm:pt>
    <dgm:pt modelId="{41F45E97-63B9-43B9-A1F2-E039C5E19B92}" type="parTrans" cxnId="{428E6774-B62B-4B26-B202-20F5C606934A}">
      <dgm:prSet/>
      <dgm:spPr/>
      <dgm:t>
        <a:bodyPr/>
        <a:lstStyle/>
        <a:p>
          <a:endParaRPr lang="en-US"/>
        </a:p>
      </dgm:t>
    </dgm:pt>
    <dgm:pt modelId="{71626290-0CD4-4ADE-91EF-E5D3A9760C18}" type="sibTrans" cxnId="{428E6774-B62B-4B26-B202-20F5C606934A}">
      <dgm:prSet/>
      <dgm:spPr/>
      <dgm:t>
        <a:bodyPr/>
        <a:lstStyle/>
        <a:p>
          <a:endParaRPr lang="en-US"/>
        </a:p>
      </dgm:t>
    </dgm:pt>
    <dgm:pt modelId="{35B65617-4333-4E74-A221-1E7A5E1AA9B6}">
      <dgm:prSet/>
      <dgm:spPr/>
      <dgm:t>
        <a:bodyPr/>
        <a:lstStyle/>
        <a:p>
          <a:pPr>
            <a:lnSpc>
              <a:spcPct val="100000"/>
            </a:lnSpc>
          </a:pPr>
          <a:r>
            <a:rPr lang="da-DK"/>
            <a:t>Use in .NET 10 Web API</a:t>
          </a:r>
          <a:endParaRPr lang="en-US"/>
        </a:p>
      </dgm:t>
    </dgm:pt>
    <dgm:pt modelId="{A1F7C021-EC07-453A-9BFB-655948B70B6F}" type="parTrans" cxnId="{6BF50B5D-C003-4E52-9CCA-BC66C5A5945E}">
      <dgm:prSet/>
      <dgm:spPr/>
      <dgm:t>
        <a:bodyPr/>
        <a:lstStyle/>
        <a:p>
          <a:endParaRPr lang="en-US"/>
        </a:p>
      </dgm:t>
    </dgm:pt>
    <dgm:pt modelId="{4C2DD49D-5875-433C-BD70-E7E5523A2F82}" type="sibTrans" cxnId="{6BF50B5D-C003-4E52-9CCA-BC66C5A5945E}">
      <dgm:prSet/>
      <dgm:spPr/>
      <dgm:t>
        <a:bodyPr/>
        <a:lstStyle/>
        <a:p>
          <a:endParaRPr lang="en-US"/>
        </a:p>
      </dgm:t>
    </dgm:pt>
    <dgm:pt modelId="{B911489A-1C72-41F2-8625-47685E5110FD}">
      <dgm:prSet/>
      <dgm:spPr/>
      <dgm:t>
        <a:bodyPr/>
        <a:lstStyle/>
        <a:p>
          <a:pPr>
            <a:lnSpc>
              <a:spcPct val="100000"/>
            </a:lnSpc>
          </a:pPr>
          <a:r>
            <a:rPr lang="da-DK"/>
            <a:t>Putting it all together in Aspire 13</a:t>
          </a:r>
          <a:endParaRPr lang="en-US"/>
        </a:p>
      </dgm:t>
    </dgm:pt>
    <dgm:pt modelId="{9EDFAD33-C394-4F17-AEFF-2EB032AD7044}" type="parTrans" cxnId="{B517214D-0C2D-4C5A-B5CF-243B248E28DE}">
      <dgm:prSet/>
      <dgm:spPr/>
      <dgm:t>
        <a:bodyPr/>
        <a:lstStyle/>
        <a:p>
          <a:endParaRPr lang="en-US"/>
        </a:p>
      </dgm:t>
    </dgm:pt>
    <dgm:pt modelId="{D8F98AD0-D65E-46B0-992B-5853835618AC}" type="sibTrans" cxnId="{B517214D-0C2D-4C5A-B5CF-243B248E28DE}">
      <dgm:prSet/>
      <dgm:spPr/>
      <dgm:t>
        <a:bodyPr/>
        <a:lstStyle/>
        <a:p>
          <a:endParaRPr lang="en-US"/>
        </a:p>
      </dgm:t>
    </dgm:pt>
    <dgm:pt modelId="{C305304A-AE87-45F6-9DDB-6D99AA832D29}" type="pres">
      <dgm:prSet presAssocID="{6409E7EF-9B8A-4BB6-AD4E-5324DEB9481D}" presName="root" presStyleCnt="0">
        <dgm:presLayoutVars>
          <dgm:dir/>
          <dgm:resizeHandles val="exact"/>
        </dgm:presLayoutVars>
      </dgm:prSet>
      <dgm:spPr/>
    </dgm:pt>
    <dgm:pt modelId="{1F13684A-CFDF-40D3-B69E-64DA27ED8583}" type="pres">
      <dgm:prSet presAssocID="{8BD2E125-CBB2-4AE0-B144-D81101932B3B}" presName="compNode" presStyleCnt="0"/>
      <dgm:spPr/>
    </dgm:pt>
    <dgm:pt modelId="{AC9B8248-C527-46D6-BC93-53DD413570A4}" type="pres">
      <dgm:prSet presAssocID="{8BD2E125-CBB2-4AE0-B144-D81101932B3B}" presName="bgRect" presStyleLbl="bgShp" presStyleIdx="0" presStyleCnt="7" custLinFactNeighborY="-4261"/>
      <dgm:spPr/>
    </dgm:pt>
    <dgm:pt modelId="{270181E1-602E-4D24-BAE5-E7F9E42D7BBF}" type="pres">
      <dgm:prSet presAssocID="{8BD2E125-CBB2-4AE0-B144-D81101932B3B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C2494914-FFC3-4C1D-BE01-F0112B1D74D7}" type="pres">
      <dgm:prSet presAssocID="{8BD2E125-CBB2-4AE0-B144-D81101932B3B}" presName="spaceRect" presStyleCnt="0"/>
      <dgm:spPr/>
    </dgm:pt>
    <dgm:pt modelId="{4297C3F1-E4D3-45A3-8B9A-887BCD92D2BC}" type="pres">
      <dgm:prSet presAssocID="{8BD2E125-CBB2-4AE0-B144-D81101932B3B}" presName="parTx" presStyleLbl="revTx" presStyleIdx="0" presStyleCnt="7">
        <dgm:presLayoutVars>
          <dgm:chMax val="0"/>
          <dgm:chPref val="0"/>
        </dgm:presLayoutVars>
      </dgm:prSet>
      <dgm:spPr/>
    </dgm:pt>
    <dgm:pt modelId="{ABB4BC15-B18E-4A67-A9AB-9AD461E369FD}" type="pres">
      <dgm:prSet presAssocID="{B7385275-5561-4466-AD5A-2B4929052006}" presName="sibTrans" presStyleCnt="0"/>
      <dgm:spPr/>
    </dgm:pt>
    <dgm:pt modelId="{4BF354D6-9A57-401E-BEB0-D31728995C49}" type="pres">
      <dgm:prSet presAssocID="{014D9DBA-2C58-4183-9624-7CA2D7A00968}" presName="compNode" presStyleCnt="0"/>
      <dgm:spPr/>
    </dgm:pt>
    <dgm:pt modelId="{E2AC5C97-D6E6-46B3-A7F0-AD1A673ED8F2}" type="pres">
      <dgm:prSet presAssocID="{014D9DBA-2C58-4183-9624-7CA2D7A00968}" presName="bgRect" presStyleLbl="bgShp" presStyleIdx="1" presStyleCnt="7"/>
      <dgm:spPr/>
    </dgm:pt>
    <dgm:pt modelId="{D07F00CB-D4EC-4D98-BFA6-5F8F50DFD4FD}" type="pres">
      <dgm:prSet presAssocID="{014D9DBA-2C58-4183-9624-7CA2D7A00968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579FB811-EB61-4299-876D-D33CF859ECB8}" type="pres">
      <dgm:prSet presAssocID="{014D9DBA-2C58-4183-9624-7CA2D7A00968}" presName="spaceRect" presStyleCnt="0"/>
      <dgm:spPr/>
    </dgm:pt>
    <dgm:pt modelId="{9DD7E653-47B3-4F84-BE1C-13A849127449}" type="pres">
      <dgm:prSet presAssocID="{014D9DBA-2C58-4183-9624-7CA2D7A00968}" presName="parTx" presStyleLbl="revTx" presStyleIdx="1" presStyleCnt="7">
        <dgm:presLayoutVars>
          <dgm:chMax val="0"/>
          <dgm:chPref val="0"/>
        </dgm:presLayoutVars>
      </dgm:prSet>
      <dgm:spPr/>
    </dgm:pt>
    <dgm:pt modelId="{438EBDC6-FE05-4E02-BFDA-A59D0CAA2EFC}" type="pres">
      <dgm:prSet presAssocID="{02B6B5EB-BB5B-4C58-A383-D5F0A89CA118}" presName="sibTrans" presStyleCnt="0"/>
      <dgm:spPr/>
    </dgm:pt>
    <dgm:pt modelId="{FB93DFE2-9A62-498B-912F-D1035B8EA532}" type="pres">
      <dgm:prSet presAssocID="{48AB2B9F-D64A-49CC-A436-7CC40E9C191B}" presName="compNode" presStyleCnt="0"/>
      <dgm:spPr/>
    </dgm:pt>
    <dgm:pt modelId="{E5FA2D87-45BD-4120-A649-B2467A2CD3C5}" type="pres">
      <dgm:prSet presAssocID="{48AB2B9F-D64A-49CC-A436-7CC40E9C191B}" presName="bgRect" presStyleLbl="bgShp" presStyleIdx="2" presStyleCnt="7"/>
      <dgm:spPr/>
    </dgm:pt>
    <dgm:pt modelId="{DF9DF01A-8A60-4EF3-8A7D-2A0F92BB5917}" type="pres">
      <dgm:prSet presAssocID="{48AB2B9F-D64A-49CC-A436-7CC40E9C191B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A1FE1210-99D2-4C3E-8682-C4417AB8F448}" type="pres">
      <dgm:prSet presAssocID="{48AB2B9F-D64A-49CC-A436-7CC40E9C191B}" presName="spaceRect" presStyleCnt="0"/>
      <dgm:spPr/>
    </dgm:pt>
    <dgm:pt modelId="{64A79840-D94E-4442-AE80-9B7E0B783EBE}" type="pres">
      <dgm:prSet presAssocID="{48AB2B9F-D64A-49CC-A436-7CC40E9C191B}" presName="parTx" presStyleLbl="revTx" presStyleIdx="2" presStyleCnt="7">
        <dgm:presLayoutVars>
          <dgm:chMax val="0"/>
          <dgm:chPref val="0"/>
        </dgm:presLayoutVars>
      </dgm:prSet>
      <dgm:spPr/>
    </dgm:pt>
    <dgm:pt modelId="{E5E94F49-70A0-4803-AD9F-8D77EDBD789F}" type="pres">
      <dgm:prSet presAssocID="{3D67E127-BBF2-4426-AA4E-6861A81B7ECB}" presName="sibTrans" presStyleCnt="0"/>
      <dgm:spPr/>
    </dgm:pt>
    <dgm:pt modelId="{B1A13A3E-0E9A-411A-89A5-8B632C54E739}" type="pres">
      <dgm:prSet presAssocID="{7B28A256-0BF8-47AE-986E-DAF4F7843F63}" presName="compNode" presStyleCnt="0"/>
      <dgm:spPr/>
    </dgm:pt>
    <dgm:pt modelId="{9F557CD1-84D9-4353-99A8-9E06609FCAE0}" type="pres">
      <dgm:prSet presAssocID="{7B28A256-0BF8-47AE-986E-DAF4F7843F63}" presName="bgRect" presStyleLbl="bgShp" presStyleIdx="3" presStyleCnt="7"/>
      <dgm:spPr/>
    </dgm:pt>
    <dgm:pt modelId="{8BE9284F-B69C-460D-9639-AE0D20FEFDD4}" type="pres">
      <dgm:prSet presAssocID="{7B28A256-0BF8-47AE-986E-DAF4F7843F63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1F8E7A57-F97D-4B2C-BE45-C7749B3FDB49}" type="pres">
      <dgm:prSet presAssocID="{7B28A256-0BF8-47AE-986E-DAF4F7843F63}" presName="spaceRect" presStyleCnt="0"/>
      <dgm:spPr/>
    </dgm:pt>
    <dgm:pt modelId="{96FF8630-2CC2-41B2-AD97-4AA1691F6FFB}" type="pres">
      <dgm:prSet presAssocID="{7B28A256-0BF8-47AE-986E-DAF4F7843F63}" presName="parTx" presStyleLbl="revTx" presStyleIdx="3" presStyleCnt="7">
        <dgm:presLayoutVars>
          <dgm:chMax val="0"/>
          <dgm:chPref val="0"/>
        </dgm:presLayoutVars>
      </dgm:prSet>
      <dgm:spPr/>
    </dgm:pt>
    <dgm:pt modelId="{F840F0E4-1CF8-457E-AEEF-51EA9A0F035C}" type="pres">
      <dgm:prSet presAssocID="{712C9208-7792-49B9-974A-46C8711ADA87}" presName="sibTrans" presStyleCnt="0"/>
      <dgm:spPr/>
    </dgm:pt>
    <dgm:pt modelId="{0D338B44-3B11-4839-8BB5-09CAD6E60CC2}" type="pres">
      <dgm:prSet presAssocID="{92D91626-497F-4EC3-9D89-8DF70B4D2370}" presName="compNode" presStyleCnt="0"/>
      <dgm:spPr/>
    </dgm:pt>
    <dgm:pt modelId="{15A4A6B9-226D-4FDB-AB65-2377FCD13EEA}" type="pres">
      <dgm:prSet presAssocID="{92D91626-497F-4EC3-9D89-8DF70B4D2370}" presName="bgRect" presStyleLbl="bgShp" presStyleIdx="4" presStyleCnt="7"/>
      <dgm:spPr/>
    </dgm:pt>
    <dgm:pt modelId="{92A0FA25-BBE8-4043-B551-AA6896360B0D}" type="pres">
      <dgm:prSet presAssocID="{92D91626-497F-4EC3-9D89-8DF70B4D2370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CF812DB0-5C6E-4D13-9A04-F36E2316D8E3}" type="pres">
      <dgm:prSet presAssocID="{92D91626-497F-4EC3-9D89-8DF70B4D2370}" presName="spaceRect" presStyleCnt="0"/>
      <dgm:spPr/>
    </dgm:pt>
    <dgm:pt modelId="{8B43FCD2-EF23-4F49-83B6-E1118B97AFC5}" type="pres">
      <dgm:prSet presAssocID="{92D91626-497F-4EC3-9D89-8DF70B4D2370}" presName="parTx" presStyleLbl="revTx" presStyleIdx="4" presStyleCnt="7">
        <dgm:presLayoutVars>
          <dgm:chMax val="0"/>
          <dgm:chPref val="0"/>
        </dgm:presLayoutVars>
      </dgm:prSet>
      <dgm:spPr/>
    </dgm:pt>
    <dgm:pt modelId="{D25DE073-194B-4D65-9BED-96DD6A879FE4}" type="pres">
      <dgm:prSet presAssocID="{71626290-0CD4-4ADE-91EF-E5D3A9760C18}" presName="sibTrans" presStyleCnt="0"/>
      <dgm:spPr/>
    </dgm:pt>
    <dgm:pt modelId="{1F6AB72D-83DC-415D-B8A8-83A347B0F287}" type="pres">
      <dgm:prSet presAssocID="{35B65617-4333-4E74-A221-1E7A5E1AA9B6}" presName="compNode" presStyleCnt="0"/>
      <dgm:spPr/>
    </dgm:pt>
    <dgm:pt modelId="{4F1C2BEE-2DC0-413F-8BA4-980C05C7F09B}" type="pres">
      <dgm:prSet presAssocID="{35B65617-4333-4E74-A221-1E7A5E1AA9B6}" presName="bgRect" presStyleLbl="bgShp" presStyleIdx="5" presStyleCnt="7"/>
      <dgm:spPr/>
    </dgm:pt>
    <dgm:pt modelId="{57A57E57-0E8B-4091-8BC8-7B9188F89433}" type="pres">
      <dgm:prSet presAssocID="{35B65617-4333-4E74-A221-1E7A5E1AA9B6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CD52D1CD-10E6-483F-8362-6929AA601451}" type="pres">
      <dgm:prSet presAssocID="{35B65617-4333-4E74-A221-1E7A5E1AA9B6}" presName="spaceRect" presStyleCnt="0"/>
      <dgm:spPr/>
    </dgm:pt>
    <dgm:pt modelId="{9068C6BB-9283-4A43-9010-7AFB4EB2DC58}" type="pres">
      <dgm:prSet presAssocID="{35B65617-4333-4E74-A221-1E7A5E1AA9B6}" presName="parTx" presStyleLbl="revTx" presStyleIdx="5" presStyleCnt="7">
        <dgm:presLayoutVars>
          <dgm:chMax val="0"/>
          <dgm:chPref val="0"/>
        </dgm:presLayoutVars>
      </dgm:prSet>
      <dgm:spPr/>
    </dgm:pt>
    <dgm:pt modelId="{16E9864A-749E-4B8D-B045-BF2EF84042F5}" type="pres">
      <dgm:prSet presAssocID="{4C2DD49D-5875-433C-BD70-E7E5523A2F82}" presName="sibTrans" presStyleCnt="0"/>
      <dgm:spPr/>
    </dgm:pt>
    <dgm:pt modelId="{CF482D25-BF68-440D-9204-8FCBE203E168}" type="pres">
      <dgm:prSet presAssocID="{B911489A-1C72-41F2-8625-47685E5110FD}" presName="compNode" presStyleCnt="0"/>
      <dgm:spPr/>
    </dgm:pt>
    <dgm:pt modelId="{C7AD95F2-C852-44EF-B9E0-B5E61E9617BF}" type="pres">
      <dgm:prSet presAssocID="{B911489A-1C72-41F2-8625-47685E5110FD}" presName="bgRect" presStyleLbl="bgShp" presStyleIdx="6" presStyleCnt="7"/>
      <dgm:spPr/>
    </dgm:pt>
    <dgm:pt modelId="{64B83523-DC83-4466-85EC-344C45EBFEA3}" type="pres">
      <dgm:prSet presAssocID="{B911489A-1C72-41F2-8625-47685E5110FD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uzzle"/>
        </a:ext>
      </dgm:extLst>
    </dgm:pt>
    <dgm:pt modelId="{5AFDCACB-9081-4B6F-B042-8409D57C37CA}" type="pres">
      <dgm:prSet presAssocID="{B911489A-1C72-41F2-8625-47685E5110FD}" presName="spaceRect" presStyleCnt="0"/>
      <dgm:spPr/>
    </dgm:pt>
    <dgm:pt modelId="{B315CCF1-C735-4257-A507-0CD0EF52ADBF}" type="pres">
      <dgm:prSet presAssocID="{B911489A-1C72-41F2-8625-47685E5110FD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C28D3E00-2495-4D97-9C18-B54D0A73E52D}" type="presOf" srcId="{7B28A256-0BF8-47AE-986E-DAF4F7843F63}" destId="{96FF8630-2CC2-41B2-AD97-4AA1691F6FFB}" srcOrd="0" destOrd="0" presId="urn:microsoft.com/office/officeart/2018/2/layout/IconVerticalSolidList"/>
    <dgm:cxn modelId="{3438C305-C6C7-4166-934B-CD4ABFEAC716}" type="presOf" srcId="{014D9DBA-2C58-4183-9624-7CA2D7A00968}" destId="{9DD7E653-47B3-4F84-BE1C-13A849127449}" srcOrd="0" destOrd="0" presId="urn:microsoft.com/office/officeart/2018/2/layout/IconVerticalSolidList"/>
    <dgm:cxn modelId="{6BF50B5D-C003-4E52-9CCA-BC66C5A5945E}" srcId="{6409E7EF-9B8A-4BB6-AD4E-5324DEB9481D}" destId="{35B65617-4333-4E74-A221-1E7A5E1AA9B6}" srcOrd="5" destOrd="0" parTransId="{A1F7C021-EC07-453A-9BFB-655948B70B6F}" sibTransId="{4C2DD49D-5875-433C-BD70-E7E5523A2F82}"/>
    <dgm:cxn modelId="{2129DD5E-6631-4A18-982A-53DDC3140814}" type="presOf" srcId="{48AB2B9F-D64A-49CC-A436-7CC40E9C191B}" destId="{64A79840-D94E-4442-AE80-9B7E0B783EBE}" srcOrd="0" destOrd="0" presId="urn:microsoft.com/office/officeart/2018/2/layout/IconVerticalSolidList"/>
    <dgm:cxn modelId="{B517214D-0C2D-4C5A-B5CF-243B248E28DE}" srcId="{6409E7EF-9B8A-4BB6-AD4E-5324DEB9481D}" destId="{B911489A-1C72-41F2-8625-47685E5110FD}" srcOrd="6" destOrd="0" parTransId="{9EDFAD33-C394-4F17-AEFF-2EB032AD7044}" sibTransId="{D8F98AD0-D65E-46B0-992B-5853835618AC}"/>
    <dgm:cxn modelId="{428E6774-B62B-4B26-B202-20F5C606934A}" srcId="{6409E7EF-9B8A-4BB6-AD4E-5324DEB9481D}" destId="{92D91626-497F-4EC3-9D89-8DF70B4D2370}" srcOrd="4" destOrd="0" parTransId="{41F45E97-63B9-43B9-A1F2-E039C5E19B92}" sibTransId="{71626290-0CD4-4ADE-91EF-E5D3A9760C18}"/>
    <dgm:cxn modelId="{4AF09C82-8CA4-425D-8650-D53618A1B4B4}" srcId="{6409E7EF-9B8A-4BB6-AD4E-5324DEB9481D}" destId="{014D9DBA-2C58-4183-9624-7CA2D7A00968}" srcOrd="1" destOrd="0" parTransId="{8F7AB5D7-04C3-44D5-9AE2-D861A8929413}" sibTransId="{02B6B5EB-BB5B-4C58-A383-D5F0A89CA118}"/>
    <dgm:cxn modelId="{04004D95-2686-4C30-9891-47883A579105}" type="presOf" srcId="{6409E7EF-9B8A-4BB6-AD4E-5324DEB9481D}" destId="{C305304A-AE87-45F6-9DDB-6D99AA832D29}" srcOrd="0" destOrd="0" presId="urn:microsoft.com/office/officeart/2018/2/layout/IconVerticalSolidList"/>
    <dgm:cxn modelId="{5703BA9C-AAA1-4D68-B230-984DC9490C17}" type="presOf" srcId="{8BD2E125-CBB2-4AE0-B144-D81101932B3B}" destId="{4297C3F1-E4D3-45A3-8B9A-887BCD92D2BC}" srcOrd="0" destOrd="0" presId="urn:microsoft.com/office/officeart/2018/2/layout/IconVerticalSolidList"/>
    <dgm:cxn modelId="{39BBE8AA-7169-44C6-AC58-C81B1A015941}" srcId="{6409E7EF-9B8A-4BB6-AD4E-5324DEB9481D}" destId="{8BD2E125-CBB2-4AE0-B144-D81101932B3B}" srcOrd="0" destOrd="0" parTransId="{1EAEABF6-801C-4AFF-86EF-606B0C18A260}" sibTransId="{B7385275-5561-4466-AD5A-2B4929052006}"/>
    <dgm:cxn modelId="{8825FAAF-4485-48C3-8498-EBBB6BC48956}" srcId="{6409E7EF-9B8A-4BB6-AD4E-5324DEB9481D}" destId="{48AB2B9F-D64A-49CC-A436-7CC40E9C191B}" srcOrd="2" destOrd="0" parTransId="{5A35E03C-B271-4D7E-A688-B5405434A865}" sibTransId="{3D67E127-BBF2-4426-AA4E-6861A81B7ECB}"/>
    <dgm:cxn modelId="{37E008C8-E569-49BD-B433-0C075711FBAB}" type="presOf" srcId="{35B65617-4333-4E74-A221-1E7A5E1AA9B6}" destId="{9068C6BB-9283-4A43-9010-7AFB4EB2DC58}" srcOrd="0" destOrd="0" presId="urn:microsoft.com/office/officeart/2018/2/layout/IconVerticalSolidList"/>
    <dgm:cxn modelId="{82C323CB-8522-49CD-810F-A301D8B80A11}" srcId="{6409E7EF-9B8A-4BB6-AD4E-5324DEB9481D}" destId="{7B28A256-0BF8-47AE-986E-DAF4F7843F63}" srcOrd="3" destOrd="0" parTransId="{AF141D82-61B2-4C8A-9767-5B152BF4E305}" sibTransId="{712C9208-7792-49B9-974A-46C8711ADA87}"/>
    <dgm:cxn modelId="{016C39E0-AFED-4B37-805A-405EAFF41D8C}" type="presOf" srcId="{92D91626-497F-4EC3-9D89-8DF70B4D2370}" destId="{8B43FCD2-EF23-4F49-83B6-E1118B97AFC5}" srcOrd="0" destOrd="0" presId="urn:microsoft.com/office/officeart/2018/2/layout/IconVerticalSolidList"/>
    <dgm:cxn modelId="{D034C0F4-6EC6-44AF-8693-C49F4589DFE3}" type="presOf" srcId="{B911489A-1C72-41F2-8625-47685E5110FD}" destId="{B315CCF1-C735-4257-A507-0CD0EF52ADBF}" srcOrd="0" destOrd="0" presId="urn:microsoft.com/office/officeart/2018/2/layout/IconVerticalSolidList"/>
    <dgm:cxn modelId="{DCBAC121-6471-4C89-8FA4-88A38F6C04CE}" type="presParOf" srcId="{C305304A-AE87-45F6-9DDB-6D99AA832D29}" destId="{1F13684A-CFDF-40D3-B69E-64DA27ED8583}" srcOrd="0" destOrd="0" presId="urn:microsoft.com/office/officeart/2018/2/layout/IconVerticalSolidList"/>
    <dgm:cxn modelId="{0ABD487F-3E0B-400C-9A54-A0D6A847314C}" type="presParOf" srcId="{1F13684A-CFDF-40D3-B69E-64DA27ED8583}" destId="{AC9B8248-C527-46D6-BC93-53DD413570A4}" srcOrd="0" destOrd="0" presId="urn:microsoft.com/office/officeart/2018/2/layout/IconVerticalSolidList"/>
    <dgm:cxn modelId="{575B41A6-44B7-4F45-8253-81398E8EE3A5}" type="presParOf" srcId="{1F13684A-CFDF-40D3-B69E-64DA27ED8583}" destId="{270181E1-602E-4D24-BAE5-E7F9E42D7BBF}" srcOrd="1" destOrd="0" presId="urn:microsoft.com/office/officeart/2018/2/layout/IconVerticalSolidList"/>
    <dgm:cxn modelId="{3E0B1637-F11B-4C81-90F2-5C71D5BE2A86}" type="presParOf" srcId="{1F13684A-CFDF-40D3-B69E-64DA27ED8583}" destId="{C2494914-FFC3-4C1D-BE01-F0112B1D74D7}" srcOrd="2" destOrd="0" presId="urn:microsoft.com/office/officeart/2018/2/layout/IconVerticalSolidList"/>
    <dgm:cxn modelId="{954BF4A1-1407-4025-9949-5EE3321735AF}" type="presParOf" srcId="{1F13684A-CFDF-40D3-B69E-64DA27ED8583}" destId="{4297C3F1-E4D3-45A3-8B9A-887BCD92D2BC}" srcOrd="3" destOrd="0" presId="urn:microsoft.com/office/officeart/2018/2/layout/IconVerticalSolidList"/>
    <dgm:cxn modelId="{49AFDAC9-927D-4C98-A390-5D6A0D2C6D47}" type="presParOf" srcId="{C305304A-AE87-45F6-9DDB-6D99AA832D29}" destId="{ABB4BC15-B18E-4A67-A9AB-9AD461E369FD}" srcOrd="1" destOrd="0" presId="urn:microsoft.com/office/officeart/2018/2/layout/IconVerticalSolidList"/>
    <dgm:cxn modelId="{32150C05-36B3-4694-90C5-D0225A97D84A}" type="presParOf" srcId="{C305304A-AE87-45F6-9DDB-6D99AA832D29}" destId="{4BF354D6-9A57-401E-BEB0-D31728995C49}" srcOrd="2" destOrd="0" presId="urn:microsoft.com/office/officeart/2018/2/layout/IconVerticalSolidList"/>
    <dgm:cxn modelId="{58E859A6-EF55-4F29-AC2E-04C1532FB38F}" type="presParOf" srcId="{4BF354D6-9A57-401E-BEB0-D31728995C49}" destId="{E2AC5C97-D6E6-46B3-A7F0-AD1A673ED8F2}" srcOrd="0" destOrd="0" presId="urn:microsoft.com/office/officeart/2018/2/layout/IconVerticalSolidList"/>
    <dgm:cxn modelId="{50EACD86-8736-4BD0-A244-664FEA3BDCC7}" type="presParOf" srcId="{4BF354D6-9A57-401E-BEB0-D31728995C49}" destId="{D07F00CB-D4EC-4D98-BFA6-5F8F50DFD4FD}" srcOrd="1" destOrd="0" presId="urn:microsoft.com/office/officeart/2018/2/layout/IconVerticalSolidList"/>
    <dgm:cxn modelId="{87BBD511-98F8-4837-810D-14CB596A7E52}" type="presParOf" srcId="{4BF354D6-9A57-401E-BEB0-D31728995C49}" destId="{579FB811-EB61-4299-876D-D33CF859ECB8}" srcOrd="2" destOrd="0" presId="urn:microsoft.com/office/officeart/2018/2/layout/IconVerticalSolidList"/>
    <dgm:cxn modelId="{429777BA-E297-4949-B55C-E67CDC99E43D}" type="presParOf" srcId="{4BF354D6-9A57-401E-BEB0-D31728995C49}" destId="{9DD7E653-47B3-4F84-BE1C-13A849127449}" srcOrd="3" destOrd="0" presId="urn:microsoft.com/office/officeart/2018/2/layout/IconVerticalSolidList"/>
    <dgm:cxn modelId="{E5C310EE-5F03-49B3-8B2B-0F53B1AE6511}" type="presParOf" srcId="{C305304A-AE87-45F6-9DDB-6D99AA832D29}" destId="{438EBDC6-FE05-4E02-BFDA-A59D0CAA2EFC}" srcOrd="3" destOrd="0" presId="urn:microsoft.com/office/officeart/2018/2/layout/IconVerticalSolidList"/>
    <dgm:cxn modelId="{FAA145C8-F0A1-452D-8762-E6C8F8FBB485}" type="presParOf" srcId="{C305304A-AE87-45F6-9DDB-6D99AA832D29}" destId="{FB93DFE2-9A62-498B-912F-D1035B8EA532}" srcOrd="4" destOrd="0" presId="urn:microsoft.com/office/officeart/2018/2/layout/IconVerticalSolidList"/>
    <dgm:cxn modelId="{F97612DC-10D5-4DEC-9296-8047DEABE0DE}" type="presParOf" srcId="{FB93DFE2-9A62-498B-912F-D1035B8EA532}" destId="{E5FA2D87-45BD-4120-A649-B2467A2CD3C5}" srcOrd="0" destOrd="0" presId="urn:microsoft.com/office/officeart/2018/2/layout/IconVerticalSolidList"/>
    <dgm:cxn modelId="{4850F94B-16D7-472C-85ED-2E72E0E478A6}" type="presParOf" srcId="{FB93DFE2-9A62-498B-912F-D1035B8EA532}" destId="{DF9DF01A-8A60-4EF3-8A7D-2A0F92BB5917}" srcOrd="1" destOrd="0" presId="urn:microsoft.com/office/officeart/2018/2/layout/IconVerticalSolidList"/>
    <dgm:cxn modelId="{ABD0F537-E8DA-42B7-9D23-4B312552F74B}" type="presParOf" srcId="{FB93DFE2-9A62-498B-912F-D1035B8EA532}" destId="{A1FE1210-99D2-4C3E-8682-C4417AB8F448}" srcOrd="2" destOrd="0" presId="urn:microsoft.com/office/officeart/2018/2/layout/IconVerticalSolidList"/>
    <dgm:cxn modelId="{500D4C13-0658-4ED7-BB11-A39943599A54}" type="presParOf" srcId="{FB93DFE2-9A62-498B-912F-D1035B8EA532}" destId="{64A79840-D94E-4442-AE80-9B7E0B783EBE}" srcOrd="3" destOrd="0" presId="urn:microsoft.com/office/officeart/2018/2/layout/IconVerticalSolidList"/>
    <dgm:cxn modelId="{6514EDC0-0AF0-4BEC-BE08-09B289C5EF95}" type="presParOf" srcId="{C305304A-AE87-45F6-9DDB-6D99AA832D29}" destId="{E5E94F49-70A0-4803-AD9F-8D77EDBD789F}" srcOrd="5" destOrd="0" presId="urn:microsoft.com/office/officeart/2018/2/layout/IconVerticalSolidList"/>
    <dgm:cxn modelId="{7E1BAC73-943A-491B-85AE-12952D683989}" type="presParOf" srcId="{C305304A-AE87-45F6-9DDB-6D99AA832D29}" destId="{B1A13A3E-0E9A-411A-89A5-8B632C54E739}" srcOrd="6" destOrd="0" presId="urn:microsoft.com/office/officeart/2018/2/layout/IconVerticalSolidList"/>
    <dgm:cxn modelId="{9FF003D0-414D-4D43-A9E8-9751F56FB244}" type="presParOf" srcId="{B1A13A3E-0E9A-411A-89A5-8B632C54E739}" destId="{9F557CD1-84D9-4353-99A8-9E06609FCAE0}" srcOrd="0" destOrd="0" presId="urn:microsoft.com/office/officeart/2018/2/layout/IconVerticalSolidList"/>
    <dgm:cxn modelId="{F58CD00C-B98D-4842-9EE7-F77C97D5D208}" type="presParOf" srcId="{B1A13A3E-0E9A-411A-89A5-8B632C54E739}" destId="{8BE9284F-B69C-460D-9639-AE0D20FEFDD4}" srcOrd="1" destOrd="0" presId="urn:microsoft.com/office/officeart/2018/2/layout/IconVerticalSolidList"/>
    <dgm:cxn modelId="{702D6D4B-C1EE-49CF-AE91-047E1746A93B}" type="presParOf" srcId="{B1A13A3E-0E9A-411A-89A5-8B632C54E739}" destId="{1F8E7A57-F97D-4B2C-BE45-C7749B3FDB49}" srcOrd="2" destOrd="0" presId="urn:microsoft.com/office/officeart/2018/2/layout/IconVerticalSolidList"/>
    <dgm:cxn modelId="{FF8B0946-AFE3-4B74-B24A-765E52EA8CED}" type="presParOf" srcId="{B1A13A3E-0E9A-411A-89A5-8B632C54E739}" destId="{96FF8630-2CC2-41B2-AD97-4AA1691F6FFB}" srcOrd="3" destOrd="0" presId="urn:microsoft.com/office/officeart/2018/2/layout/IconVerticalSolidList"/>
    <dgm:cxn modelId="{00CC0D65-AF4A-4585-9055-8503D5F588BB}" type="presParOf" srcId="{C305304A-AE87-45F6-9DDB-6D99AA832D29}" destId="{F840F0E4-1CF8-457E-AEEF-51EA9A0F035C}" srcOrd="7" destOrd="0" presId="urn:microsoft.com/office/officeart/2018/2/layout/IconVerticalSolidList"/>
    <dgm:cxn modelId="{33F8967C-A72F-4082-840B-9D4211001CE1}" type="presParOf" srcId="{C305304A-AE87-45F6-9DDB-6D99AA832D29}" destId="{0D338B44-3B11-4839-8BB5-09CAD6E60CC2}" srcOrd="8" destOrd="0" presId="urn:microsoft.com/office/officeart/2018/2/layout/IconVerticalSolidList"/>
    <dgm:cxn modelId="{16B78216-2E53-480C-88D0-926E809CF6BF}" type="presParOf" srcId="{0D338B44-3B11-4839-8BB5-09CAD6E60CC2}" destId="{15A4A6B9-226D-4FDB-AB65-2377FCD13EEA}" srcOrd="0" destOrd="0" presId="urn:microsoft.com/office/officeart/2018/2/layout/IconVerticalSolidList"/>
    <dgm:cxn modelId="{4340FE08-A624-4FE6-A2E6-62C8746247B4}" type="presParOf" srcId="{0D338B44-3B11-4839-8BB5-09CAD6E60CC2}" destId="{92A0FA25-BBE8-4043-B551-AA6896360B0D}" srcOrd="1" destOrd="0" presId="urn:microsoft.com/office/officeart/2018/2/layout/IconVerticalSolidList"/>
    <dgm:cxn modelId="{A0780AA5-1FFC-4FE3-9552-819D348FAF56}" type="presParOf" srcId="{0D338B44-3B11-4839-8BB5-09CAD6E60CC2}" destId="{CF812DB0-5C6E-4D13-9A04-F36E2316D8E3}" srcOrd="2" destOrd="0" presId="urn:microsoft.com/office/officeart/2018/2/layout/IconVerticalSolidList"/>
    <dgm:cxn modelId="{5108176A-1913-4503-81F0-70A71D1127D7}" type="presParOf" srcId="{0D338B44-3B11-4839-8BB5-09CAD6E60CC2}" destId="{8B43FCD2-EF23-4F49-83B6-E1118B97AFC5}" srcOrd="3" destOrd="0" presId="urn:microsoft.com/office/officeart/2018/2/layout/IconVerticalSolidList"/>
    <dgm:cxn modelId="{0C159C5A-716F-47A5-BA27-64456781CD9E}" type="presParOf" srcId="{C305304A-AE87-45F6-9DDB-6D99AA832D29}" destId="{D25DE073-194B-4D65-9BED-96DD6A879FE4}" srcOrd="9" destOrd="0" presId="urn:microsoft.com/office/officeart/2018/2/layout/IconVerticalSolidList"/>
    <dgm:cxn modelId="{C22EB982-834C-450D-9ED7-D4FA2602A2FE}" type="presParOf" srcId="{C305304A-AE87-45F6-9DDB-6D99AA832D29}" destId="{1F6AB72D-83DC-415D-B8A8-83A347B0F287}" srcOrd="10" destOrd="0" presId="urn:microsoft.com/office/officeart/2018/2/layout/IconVerticalSolidList"/>
    <dgm:cxn modelId="{544FC680-1D45-4255-BA36-95942329B483}" type="presParOf" srcId="{1F6AB72D-83DC-415D-B8A8-83A347B0F287}" destId="{4F1C2BEE-2DC0-413F-8BA4-980C05C7F09B}" srcOrd="0" destOrd="0" presId="urn:microsoft.com/office/officeart/2018/2/layout/IconVerticalSolidList"/>
    <dgm:cxn modelId="{37188D41-3A4C-486F-81D6-B0BA95C49877}" type="presParOf" srcId="{1F6AB72D-83DC-415D-B8A8-83A347B0F287}" destId="{57A57E57-0E8B-4091-8BC8-7B9188F89433}" srcOrd="1" destOrd="0" presId="urn:microsoft.com/office/officeart/2018/2/layout/IconVerticalSolidList"/>
    <dgm:cxn modelId="{05FF69A2-28A3-4964-8F66-A5812A5D2985}" type="presParOf" srcId="{1F6AB72D-83DC-415D-B8A8-83A347B0F287}" destId="{CD52D1CD-10E6-483F-8362-6929AA601451}" srcOrd="2" destOrd="0" presId="urn:microsoft.com/office/officeart/2018/2/layout/IconVerticalSolidList"/>
    <dgm:cxn modelId="{29CEB04F-F515-48AD-8E81-FD41308E3BAA}" type="presParOf" srcId="{1F6AB72D-83DC-415D-B8A8-83A347B0F287}" destId="{9068C6BB-9283-4A43-9010-7AFB4EB2DC58}" srcOrd="3" destOrd="0" presId="urn:microsoft.com/office/officeart/2018/2/layout/IconVerticalSolidList"/>
    <dgm:cxn modelId="{6F7DFD9B-A8E0-4029-9E81-5C1A3E7251A8}" type="presParOf" srcId="{C305304A-AE87-45F6-9DDB-6D99AA832D29}" destId="{16E9864A-749E-4B8D-B045-BF2EF84042F5}" srcOrd="11" destOrd="0" presId="urn:microsoft.com/office/officeart/2018/2/layout/IconVerticalSolidList"/>
    <dgm:cxn modelId="{39AD6D93-E988-4C23-B8C8-B497149A8159}" type="presParOf" srcId="{C305304A-AE87-45F6-9DDB-6D99AA832D29}" destId="{CF482D25-BF68-440D-9204-8FCBE203E168}" srcOrd="12" destOrd="0" presId="urn:microsoft.com/office/officeart/2018/2/layout/IconVerticalSolidList"/>
    <dgm:cxn modelId="{EFB05E28-CD45-49B0-86B2-5447A50E1D34}" type="presParOf" srcId="{CF482D25-BF68-440D-9204-8FCBE203E168}" destId="{C7AD95F2-C852-44EF-B9E0-B5E61E9617BF}" srcOrd="0" destOrd="0" presId="urn:microsoft.com/office/officeart/2018/2/layout/IconVerticalSolidList"/>
    <dgm:cxn modelId="{2E1ADFCA-3465-4ACF-BE89-1D2A030801DC}" type="presParOf" srcId="{CF482D25-BF68-440D-9204-8FCBE203E168}" destId="{64B83523-DC83-4466-85EC-344C45EBFEA3}" srcOrd="1" destOrd="0" presId="urn:microsoft.com/office/officeart/2018/2/layout/IconVerticalSolidList"/>
    <dgm:cxn modelId="{D0B6427F-6DF9-4CCE-B46A-EA63CFF0688C}" type="presParOf" srcId="{CF482D25-BF68-440D-9204-8FCBE203E168}" destId="{5AFDCACB-9081-4B6F-B042-8409D57C37CA}" srcOrd="2" destOrd="0" presId="urn:microsoft.com/office/officeart/2018/2/layout/IconVerticalSolidList"/>
    <dgm:cxn modelId="{F40D6DB0-A64B-48CF-A38D-638D984BF9B6}" type="presParOf" srcId="{CF482D25-BF68-440D-9204-8FCBE203E168}" destId="{B315CCF1-C735-4257-A507-0CD0EF52ADB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310C43F-3E16-49C6-AD05-32F4976728E0}" type="doc">
      <dgm:prSet loTypeId="urn:microsoft.com/office/officeart/2005/8/layout/process1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da-DK"/>
        </a:p>
      </dgm:t>
    </dgm:pt>
    <dgm:pt modelId="{448E3975-F350-409E-961E-C1FA30270B42}">
      <dgm:prSet phldrT="[Text]"/>
      <dgm:spPr/>
      <dgm:t>
        <a:bodyPr/>
        <a:lstStyle/>
        <a:p>
          <a:r>
            <a:rPr lang="da-DK" dirty="0" err="1"/>
            <a:t>Create</a:t>
          </a:r>
          <a:r>
            <a:rPr lang="da-DK" dirty="0"/>
            <a:t> .sql scripts</a:t>
          </a:r>
        </a:p>
      </dgm:t>
    </dgm:pt>
    <dgm:pt modelId="{300A8558-D95C-4A8C-96FE-DED28CBA6255}" type="parTrans" cxnId="{6E81BCB0-4872-423A-BC7A-54BD0D11F26C}">
      <dgm:prSet/>
      <dgm:spPr/>
      <dgm:t>
        <a:bodyPr/>
        <a:lstStyle/>
        <a:p>
          <a:endParaRPr lang="da-DK"/>
        </a:p>
      </dgm:t>
    </dgm:pt>
    <dgm:pt modelId="{2222FC92-ECBE-4211-824B-7180040B8F6E}" type="sibTrans" cxnId="{6E81BCB0-4872-423A-BC7A-54BD0D11F26C}">
      <dgm:prSet/>
      <dgm:spPr/>
      <dgm:t>
        <a:bodyPr/>
        <a:lstStyle/>
        <a:p>
          <a:endParaRPr lang="da-DK"/>
        </a:p>
      </dgm:t>
    </dgm:pt>
    <dgm:pt modelId="{5BDA23E7-CD7B-4116-8BED-B124C1207CCE}">
      <dgm:prSet phldrT="[Text]"/>
      <dgm:spPr/>
      <dgm:t>
        <a:bodyPr/>
        <a:lstStyle/>
        <a:p>
          <a:r>
            <a:rPr lang="da-DK" dirty="0" err="1"/>
            <a:t>Build</a:t>
          </a:r>
          <a:endParaRPr lang="da-DK" dirty="0"/>
        </a:p>
      </dgm:t>
    </dgm:pt>
    <dgm:pt modelId="{55EA46AA-A97D-47AB-948A-8DFC986C69C9}" type="parTrans" cxnId="{779C647E-015A-4C77-AB4B-0D45AEA726EC}">
      <dgm:prSet/>
      <dgm:spPr/>
      <dgm:t>
        <a:bodyPr/>
        <a:lstStyle/>
        <a:p>
          <a:endParaRPr lang="da-DK"/>
        </a:p>
      </dgm:t>
    </dgm:pt>
    <dgm:pt modelId="{E2954140-73D6-4E03-AB2E-A989A597C2F4}" type="sibTrans" cxnId="{779C647E-015A-4C77-AB4B-0D45AEA726EC}">
      <dgm:prSet/>
      <dgm:spPr/>
      <dgm:t>
        <a:bodyPr/>
        <a:lstStyle/>
        <a:p>
          <a:endParaRPr lang="da-DK"/>
        </a:p>
      </dgm:t>
    </dgm:pt>
    <dgm:pt modelId="{9B591033-2E08-4ED9-A29E-6DC6DAC82764}">
      <dgm:prSet phldrT="[Text]"/>
      <dgm:spPr/>
      <dgm:t>
        <a:bodyPr/>
        <a:lstStyle/>
        <a:p>
          <a:r>
            <a:rPr lang="da-DK" dirty="0"/>
            <a:t>.</a:t>
          </a:r>
          <a:r>
            <a:rPr lang="da-DK" dirty="0" err="1"/>
            <a:t>dacpac</a:t>
          </a:r>
          <a:endParaRPr lang="da-DK" dirty="0"/>
        </a:p>
      </dgm:t>
    </dgm:pt>
    <dgm:pt modelId="{24D38860-8D96-45E5-8A06-3B60A78681B1}" type="parTrans" cxnId="{BA73E25F-C5F7-4ABC-AE73-135243FC80CB}">
      <dgm:prSet/>
      <dgm:spPr/>
      <dgm:t>
        <a:bodyPr/>
        <a:lstStyle/>
        <a:p>
          <a:endParaRPr lang="da-DK"/>
        </a:p>
      </dgm:t>
    </dgm:pt>
    <dgm:pt modelId="{99A12832-2C87-4DDA-94D1-36F783CA2F00}" type="sibTrans" cxnId="{BA73E25F-C5F7-4ABC-AE73-135243FC80CB}">
      <dgm:prSet/>
      <dgm:spPr/>
      <dgm:t>
        <a:bodyPr/>
        <a:lstStyle/>
        <a:p>
          <a:endParaRPr lang="da-DK"/>
        </a:p>
      </dgm:t>
    </dgm:pt>
    <dgm:pt modelId="{E8728787-E04E-42EF-B96D-714BA78209B0}">
      <dgm:prSet phldrT="[Text]"/>
      <dgm:spPr/>
      <dgm:t>
        <a:bodyPr/>
        <a:lstStyle/>
        <a:p>
          <a:r>
            <a:rPr lang="da-DK" dirty="0" err="1"/>
            <a:t>Deploy</a:t>
          </a:r>
          <a:endParaRPr lang="da-DK" dirty="0"/>
        </a:p>
      </dgm:t>
    </dgm:pt>
    <dgm:pt modelId="{4837EE24-EA5A-4C24-9502-3764214C5376}" type="parTrans" cxnId="{1787405F-47C9-4272-B74A-6352841C2C93}">
      <dgm:prSet/>
      <dgm:spPr/>
      <dgm:t>
        <a:bodyPr/>
        <a:lstStyle/>
        <a:p>
          <a:endParaRPr lang="da-DK"/>
        </a:p>
      </dgm:t>
    </dgm:pt>
    <dgm:pt modelId="{C4A6F205-37C9-4354-874D-8C42B96C59AB}" type="sibTrans" cxnId="{1787405F-47C9-4272-B74A-6352841C2C93}">
      <dgm:prSet/>
      <dgm:spPr/>
      <dgm:t>
        <a:bodyPr/>
        <a:lstStyle/>
        <a:p>
          <a:endParaRPr lang="da-DK"/>
        </a:p>
      </dgm:t>
    </dgm:pt>
    <dgm:pt modelId="{E2781B85-23C5-47F5-A314-A53FEC2676F4}">
      <dgm:prSet phldrT="[Text]"/>
      <dgm:spPr/>
      <dgm:t>
        <a:bodyPr/>
        <a:lstStyle/>
        <a:p>
          <a:r>
            <a:rPr lang="da-DK" dirty="0" err="1"/>
            <a:t>Create</a:t>
          </a:r>
          <a:r>
            <a:rPr lang="da-DK" dirty="0"/>
            <a:t> .</a:t>
          </a:r>
          <a:r>
            <a:rPr lang="da-DK" dirty="0" err="1"/>
            <a:t>sqlproj</a:t>
          </a:r>
          <a:endParaRPr lang="da-DK" dirty="0"/>
        </a:p>
      </dgm:t>
    </dgm:pt>
    <dgm:pt modelId="{26961ECA-6096-40E8-B40C-5B473881918C}" type="parTrans" cxnId="{18685F88-6952-439F-B780-AF6836302E25}">
      <dgm:prSet/>
      <dgm:spPr/>
      <dgm:t>
        <a:bodyPr/>
        <a:lstStyle/>
        <a:p>
          <a:endParaRPr lang="da-DK"/>
        </a:p>
      </dgm:t>
    </dgm:pt>
    <dgm:pt modelId="{B9DE06DB-E1C1-4918-8F8A-25B7C150B6BD}" type="sibTrans" cxnId="{18685F88-6952-439F-B780-AF6836302E25}">
      <dgm:prSet/>
      <dgm:spPr/>
      <dgm:t>
        <a:bodyPr/>
        <a:lstStyle/>
        <a:p>
          <a:endParaRPr lang="da-DK"/>
        </a:p>
      </dgm:t>
    </dgm:pt>
    <dgm:pt modelId="{2A3D8034-F9CB-4B8A-8470-D184BF43A967}" type="pres">
      <dgm:prSet presAssocID="{3310C43F-3E16-49C6-AD05-32F4976728E0}" presName="Name0" presStyleCnt="0">
        <dgm:presLayoutVars>
          <dgm:dir/>
          <dgm:resizeHandles val="exact"/>
        </dgm:presLayoutVars>
      </dgm:prSet>
      <dgm:spPr/>
    </dgm:pt>
    <dgm:pt modelId="{034C7B45-0BB1-44B4-AFD9-807D3BCEDB34}" type="pres">
      <dgm:prSet presAssocID="{E2781B85-23C5-47F5-A314-A53FEC2676F4}" presName="node" presStyleLbl="node1" presStyleIdx="0" presStyleCnt="5">
        <dgm:presLayoutVars>
          <dgm:bulletEnabled val="1"/>
        </dgm:presLayoutVars>
      </dgm:prSet>
      <dgm:spPr/>
    </dgm:pt>
    <dgm:pt modelId="{8BB0CBD4-D577-4FC6-8910-D716CF87EA32}" type="pres">
      <dgm:prSet presAssocID="{B9DE06DB-E1C1-4918-8F8A-25B7C150B6BD}" presName="sibTrans" presStyleLbl="sibTrans2D1" presStyleIdx="0" presStyleCnt="4"/>
      <dgm:spPr/>
    </dgm:pt>
    <dgm:pt modelId="{5E073228-6456-4705-9EFC-DF31E001ADD8}" type="pres">
      <dgm:prSet presAssocID="{B9DE06DB-E1C1-4918-8F8A-25B7C150B6BD}" presName="connectorText" presStyleLbl="sibTrans2D1" presStyleIdx="0" presStyleCnt="4"/>
      <dgm:spPr/>
    </dgm:pt>
    <dgm:pt modelId="{DD773DFE-B24C-4C06-8085-09ECE31007FD}" type="pres">
      <dgm:prSet presAssocID="{448E3975-F350-409E-961E-C1FA30270B42}" presName="node" presStyleLbl="node1" presStyleIdx="1" presStyleCnt="5">
        <dgm:presLayoutVars>
          <dgm:bulletEnabled val="1"/>
        </dgm:presLayoutVars>
      </dgm:prSet>
      <dgm:spPr/>
    </dgm:pt>
    <dgm:pt modelId="{55FDB1A8-FABE-46DF-B8A6-AA7953EF33F3}" type="pres">
      <dgm:prSet presAssocID="{2222FC92-ECBE-4211-824B-7180040B8F6E}" presName="sibTrans" presStyleLbl="sibTrans2D1" presStyleIdx="1" presStyleCnt="4"/>
      <dgm:spPr/>
    </dgm:pt>
    <dgm:pt modelId="{9B8E9802-7BFB-410D-AEE9-41E33AD5BB37}" type="pres">
      <dgm:prSet presAssocID="{2222FC92-ECBE-4211-824B-7180040B8F6E}" presName="connectorText" presStyleLbl="sibTrans2D1" presStyleIdx="1" presStyleCnt="4"/>
      <dgm:spPr/>
    </dgm:pt>
    <dgm:pt modelId="{D8EF8B05-7319-4A29-B179-EA0D5A0F841F}" type="pres">
      <dgm:prSet presAssocID="{5BDA23E7-CD7B-4116-8BED-B124C1207CCE}" presName="node" presStyleLbl="node1" presStyleIdx="2" presStyleCnt="5">
        <dgm:presLayoutVars>
          <dgm:bulletEnabled val="1"/>
        </dgm:presLayoutVars>
      </dgm:prSet>
      <dgm:spPr/>
    </dgm:pt>
    <dgm:pt modelId="{5C2C9D36-5430-4F5F-8F1A-EF5293350EE4}" type="pres">
      <dgm:prSet presAssocID="{E2954140-73D6-4E03-AB2E-A989A597C2F4}" presName="sibTrans" presStyleLbl="sibTrans2D1" presStyleIdx="2" presStyleCnt="4"/>
      <dgm:spPr/>
    </dgm:pt>
    <dgm:pt modelId="{7D226EDA-898A-4D42-A2EF-B705DC85121B}" type="pres">
      <dgm:prSet presAssocID="{E2954140-73D6-4E03-AB2E-A989A597C2F4}" presName="connectorText" presStyleLbl="sibTrans2D1" presStyleIdx="2" presStyleCnt="4"/>
      <dgm:spPr/>
    </dgm:pt>
    <dgm:pt modelId="{25CF4E32-50A8-404A-B405-5983C24DD11A}" type="pres">
      <dgm:prSet presAssocID="{9B591033-2E08-4ED9-A29E-6DC6DAC82764}" presName="node" presStyleLbl="node1" presStyleIdx="3" presStyleCnt="5">
        <dgm:presLayoutVars>
          <dgm:bulletEnabled val="1"/>
        </dgm:presLayoutVars>
      </dgm:prSet>
      <dgm:spPr/>
    </dgm:pt>
    <dgm:pt modelId="{5EFD958F-B420-4026-9D9A-EC672108D7A8}" type="pres">
      <dgm:prSet presAssocID="{99A12832-2C87-4DDA-94D1-36F783CA2F00}" presName="sibTrans" presStyleLbl="sibTrans2D1" presStyleIdx="3" presStyleCnt="4"/>
      <dgm:spPr/>
    </dgm:pt>
    <dgm:pt modelId="{E465F3CD-2F7C-4CCD-B119-82585A73B49B}" type="pres">
      <dgm:prSet presAssocID="{99A12832-2C87-4DDA-94D1-36F783CA2F00}" presName="connectorText" presStyleLbl="sibTrans2D1" presStyleIdx="3" presStyleCnt="4"/>
      <dgm:spPr/>
    </dgm:pt>
    <dgm:pt modelId="{66A9D402-A8F9-4F13-9B80-9670EB258763}" type="pres">
      <dgm:prSet presAssocID="{E8728787-E04E-42EF-B96D-714BA78209B0}" presName="node" presStyleLbl="node1" presStyleIdx="4" presStyleCnt="5">
        <dgm:presLayoutVars>
          <dgm:bulletEnabled val="1"/>
        </dgm:presLayoutVars>
      </dgm:prSet>
      <dgm:spPr/>
    </dgm:pt>
  </dgm:ptLst>
  <dgm:cxnLst>
    <dgm:cxn modelId="{BA4C7D29-6996-4271-B348-351F041BE72D}" type="presOf" srcId="{E2781B85-23C5-47F5-A314-A53FEC2676F4}" destId="{034C7B45-0BB1-44B4-AFD9-807D3BCEDB34}" srcOrd="0" destOrd="0" presId="urn:microsoft.com/office/officeart/2005/8/layout/process1"/>
    <dgm:cxn modelId="{BC0F012D-362F-43E3-9AED-CFFFF834E79E}" type="presOf" srcId="{5BDA23E7-CD7B-4116-8BED-B124C1207CCE}" destId="{D8EF8B05-7319-4A29-B179-EA0D5A0F841F}" srcOrd="0" destOrd="0" presId="urn:microsoft.com/office/officeart/2005/8/layout/process1"/>
    <dgm:cxn modelId="{C8CFA433-2C19-4B13-8893-25FE6CBA2514}" type="presOf" srcId="{99A12832-2C87-4DDA-94D1-36F783CA2F00}" destId="{5EFD958F-B420-4026-9D9A-EC672108D7A8}" srcOrd="0" destOrd="0" presId="urn:microsoft.com/office/officeart/2005/8/layout/process1"/>
    <dgm:cxn modelId="{07451F3A-1886-4C15-976D-B19ECC8C66F5}" type="presOf" srcId="{E2954140-73D6-4E03-AB2E-A989A597C2F4}" destId="{5C2C9D36-5430-4F5F-8F1A-EF5293350EE4}" srcOrd="0" destOrd="0" presId="urn:microsoft.com/office/officeart/2005/8/layout/process1"/>
    <dgm:cxn modelId="{1787405F-47C9-4272-B74A-6352841C2C93}" srcId="{3310C43F-3E16-49C6-AD05-32F4976728E0}" destId="{E8728787-E04E-42EF-B96D-714BA78209B0}" srcOrd="4" destOrd="0" parTransId="{4837EE24-EA5A-4C24-9502-3764214C5376}" sibTransId="{C4A6F205-37C9-4354-874D-8C42B96C59AB}"/>
    <dgm:cxn modelId="{BA73E25F-C5F7-4ABC-AE73-135243FC80CB}" srcId="{3310C43F-3E16-49C6-AD05-32F4976728E0}" destId="{9B591033-2E08-4ED9-A29E-6DC6DAC82764}" srcOrd="3" destOrd="0" parTransId="{24D38860-8D96-45E5-8A06-3B60A78681B1}" sibTransId="{99A12832-2C87-4DDA-94D1-36F783CA2F00}"/>
    <dgm:cxn modelId="{E844D76B-52D9-401D-85F0-2C486721BF72}" type="presOf" srcId="{E2954140-73D6-4E03-AB2E-A989A597C2F4}" destId="{7D226EDA-898A-4D42-A2EF-B705DC85121B}" srcOrd="1" destOrd="0" presId="urn:microsoft.com/office/officeart/2005/8/layout/process1"/>
    <dgm:cxn modelId="{FEBF1F54-DEB4-4416-BC00-6BC3C09B6483}" type="presOf" srcId="{448E3975-F350-409E-961E-C1FA30270B42}" destId="{DD773DFE-B24C-4C06-8085-09ECE31007FD}" srcOrd="0" destOrd="0" presId="urn:microsoft.com/office/officeart/2005/8/layout/process1"/>
    <dgm:cxn modelId="{7388587D-1A71-4F23-AA6D-B05B11290CEC}" type="presOf" srcId="{B9DE06DB-E1C1-4918-8F8A-25B7C150B6BD}" destId="{5E073228-6456-4705-9EFC-DF31E001ADD8}" srcOrd="1" destOrd="0" presId="urn:microsoft.com/office/officeart/2005/8/layout/process1"/>
    <dgm:cxn modelId="{779C647E-015A-4C77-AB4B-0D45AEA726EC}" srcId="{3310C43F-3E16-49C6-AD05-32F4976728E0}" destId="{5BDA23E7-CD7B-4116-8BED-B124C1207CCE}" srcOrd="2" destOrd="0" parTransId="{55EA46AA-A97D-47AB-948A-8DFC986C69C9}" sibTransId="{E2954140-73D6-4E03-AB2E-A989A597C2F4}"/>
    <dgm:cxn modelId="{D544D880-D7E0-472D-9CEE-457BC015917B}" type="presOf" srcId="{B9DE06DB-E1C1-4918-8F8A-25B7C150B6BD}" destId="{8BB0CBD4-D577-4FC6-8910-D716CF87EA32}" srcOrd="0" destOrd="0" presId="urn:microsoft.com/office/officeart/2005/8/layout/process1"/>
    <dgm:cxn modelId="{85C44085-2959-40CC-A618-E7A5F579E70D}" type="presOf" srcId="{9B591033-2E08-4ED9-A29E-6DC6DAC82764}" destId="{25CF4E32-50A8-404A-B405-5983C24DD11A}" srcOrd="0" destOrd="0" presId="urn:microsoft.com/office/officeart/2005/8/layout/process1"/>
    <dgm:cxn modelId="{18685F88-6952-439F-B780-AF6836302E25}" srcId="{3310C43F-3E16-49C6-AD05-32F4976728E0}" destId="{E2781B85-23C5-47F5-A314-A53FEC2676F4}" srcOrd="0" destOrd="0" parTransId="{26961ECA-6096-40E8-B40C-5B473881918C}" sibTransId="{B9DE06DB-E1C1-4918-8F8A-25B7C150B6BD}"/>
    <dgm:cxn modelId="{7CE7FE9B-6189-4FDA-9664-B122DABE4707}" type="presOf" srcId="{2222FC92-ECBE-4211-824B-7180040B8F6E}" destId="{9B8E9802-7BFB-410D-AEE9-41E33AD5BB37}" srcOrd="1" destOrd="0" presId="urn:microsoft.com/office/officeart/2005/8/layout/process1"/>
    <dgm:cxn modelId="{206842A9-AB13-4538-B7E5-57968D987685}" type="presOf" srcId="{2222FC92-ECBE-4211-824B-7180040B8F6E}" destId="{55FDB1A8-FABE-46DF-B8A6-AA7953EF33F3}" srcOrd="0" destOrd="0" presId="urn:microsoft.com/office/officeart/2005/8/layout/process1"/>
    <dgm:cxn modelId="{0FB9E9AF-0E14-4851-845F-6617A0AA650C}" type="presOf" srcId="{3310C43F-3E16-49C6-AD05-32F4976728E0}" destId="{2A3D8034-F9CB-4B8A-8470-D184BF43A967}" srcOrd="0" destOrd="0" presId="urn:microsoft.com/office/officeart/2005/8/layout/process1"/>
    <dgm:cxn modelId="{6E81BCB0-4872-423A-BC7A-54BD0D11F26C}" srcId="{3310C43F-3E16-49C6-AD05-32F4976728E0}" destId="{448E3975-F350-409E-961E-C1FA30270B42}" srcOrd="1" destOrd="0" parTransId="{300A8558-D95C-4A8C-96FE-DED28CBA6255}" sibTransId="{2222FC92-ECBE-4211-824B-7180040B8F6E}"/>
    <dgm:cxn modelId="{A8B996BF-1418-4730-99D7-82CEF07B5AFC}" type="presOf" srcId="{99A12832-2C87-4DDA-94D1-36F783CA2F00}" destId="{E465F3CD-2F7C-4CCD-B119-82585A73B49B}" srcOrd="1" destOrd="0" presId="urn:microsoft.com/office/officeart/2005/8/layout/process1"/>
    <dgm:cxn modelId="{36D490C5-D32E-4B5A-A2B8-FF35B628A995}" type="presOf" srcId="{E8728787-E04E-42EF-B96D-714BA78209B0}" destId="{66A9D402-A8F9-4F13-9B80-9670EB258763}" srcOrd="0" destOrd="0" presId="urn:microsoft.com/office/officeart/2005/8/layout/process1"/>
    <dgm:cxn modelId="{C5480B98-764B-4B03-88CA-028B393025EF}" type="presParOf" srcId="{2A3D8034-F9CB-4B8A-8470-D184BF43A967}" destId="{034C7B45-0BB1-44B4-AFD9-807D3BCEDB34}" srcOrd="0" destOrd="0" presId="urn:microsoft.com/office/officeart/2005/8/layout/process1"/>
    <dgm:cxn modelId="{41DC2844-CAC2-4C18-8967-1D0F8923E1E1}" type="presParOf" srcId="{2A3D8034-F9CB-4B8A-8470-D184BF43A967}" destId="{8BB0CBD4-D577-4FC6-8910-D716CF87EA32}" srcOrd="1" destOrd="0" presId="urn:microsoft.com/office/officeart/2005/8/layout/process1"/>
    <dgm:cxn modelId="{DC95C575-6DB9-43F2-A231-2AC9153292AB}" type="presParOf" srcId="{8BB0CBD4-D577-4FC6-8910-D716CF87EA32}" destId="{5E073228-6456-4705-9EFC-DF31E001ADD8}" srcOrd="0" destOrd="0" presId="urn:microsoft.com/office/officeart/2005/8/layout/process1"/>
    <dgm:cxn modelId="{4CACBD94-94E9-4048-B128-3D9A1D211818}" type="presParOf" srcId="{2A3D8034-F9CB-4B8A-8470-D184BF43A967}" destId="{DD773DFE-B24C-4C06-8085-09ECE31007FD}" srcOrd="2" destOrd="0" presId="urn:microsoft.com/office/officeart/2005/8/layout/process1"/>
    <dgm:cxn modelId="{03011EF6-2B22-4B11-B644-F505A2C000BE}" type="presParOf" srcId="{2A3D8034-F9CB-4B8A-8470-D184BF43A967}" destId="{55FDB1A8-FABE-46DF-B8A6-AA7953EF33F3}" srcOrd="3" destOrd="0" presId="urn:microsoft.com/office/officeart/2005/8/layout/process1"/>
    <dgm:cxn modelId="{173D9DCD-9F12-4892-B849-B0D396A9C9B5}" type="presParOf" srcId="{55FDB1A8-FABE-46DF-B8A6-AA7953EF33F3}" destId="{9B8E9802-7BFB-410D-AEE9-41E33AD5BB37}" srcOrd="0" destOrd="0" presId="urn:microsoft.com/office/officeart/2005/8/layout/process1"/>
    <dgm:cxn modelId="{36999DB9-A5EB-4FC2-8222-38CDDF434406}" type="presParOf" srcId="{2A3D8034-F9CB-4B8A-8470-D184BF43A967}" destId="{D8EF8B05-7319-4A29-B179-EA0D5A0F841F}" srcOrd="4" destOrd="0" presId="urn:microsoft.com/office/officeart/2005/8/layout/process1"/>
    <dgm:cxn modelId="{3C8D8CEB-C436-49F8-8339-30CC363EB82C}" type="presParOf" srcId="{2A3D8034-F9CB-4B8A-8470-D184BF43A967}" destId="{5C2C9D36-5430-4F5F-8F1A-EF5293350EE4}" srcOrd="5" destOrd="0" presId="urn:microsoft.com/office/officeart/2005/8/layout/process1"/>
    <dgm:cxn modelId="{552FB0E0-9F30-4750-9D48-3B4834F9E787}" type="presParOf" srcId="{5C2C9D36-5430-4F5F-8F1A-EF5293350EE4}" destId="{7D226EDA-898A-4D42-A2EF-B705DC85121B}" srcOrd="0" destOrd="0" presId="urn:microsoft.com/office/officeart/2005/8/layout/process1"/>
    <dgm:cxn modelId="{481D4BEC-145A-46E1-A5E9-351D31D8803D}" type="presParOf" srcId="{2A3D8034-F9CB-4B8A-8470-D184BF43A967}" destId="{25CF4E32-50A8-404A-B405-5983C24DD11A}" srcOrd="6" destOrd="0" presId="urn:microsoft.com/office/officeart/2005/8/layout/process1"/>
    <dgm:cxn modelId="{7498BC0B-12AD-4AAD-96B1-D2A6976E9E18}" type="presParOf" srcId="{2A3D8034-F9CB-4B8A-8470-D184BF43A967}" destId="{5EFD958F-B420-4026-9D9A-EC672108D7A8}" srcOrd="7" destOrd="0" presId="urn:microsoft.com/office/officeart/2005/8/layout/process1"/>
    <dgm:cxn modelId="{4C910C46-0286-4213-BCB8-30343919DF49}" type="presParOf" srcId="{5EFD958F-B420-4026-9D9A-EC672108D7A8}" destId="{E465F3CD-2F7C-4CCD-B119-82585A73B49B}" srcOrd="0" destOrd="0" presId="urn:microsoft.com/office/officeart/2005/8/layout/process1"/>
    <dgm:cxn modelId="{F6E17CD3-D636-4FFC-889A-CA5F6E407334}" type="presParOf" srcId="{2A3D8034-F9CB-4B8A-8470-D184BF43A967}" destId="{66A9D402-A8F9-4F13-9B80-9670EB258763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9B8248-C527-46D6-BC93-53DD413570A4}">
      <dsp:nvSpPr>
        <dsp:cNvPr id="0" name=""/>
        <dsp:cNvSpPr/>
      </dsp:nvSpPr>
      <dsp:spPr>
        <a:xfrm>
          <a:off x="0" y="0"/>
          <a:ext cx="6263640" cy="64749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0181E1-602E-4D24-BAE5-E7F9E42D7BBF}">
      <dsp:nvSpPr>
        <dsp:cNvPr id="0" name=""/>
        <dsp:cNvSpPr/>
      </dsp:nvSpPr>
      <dsp:spPr>
        <a:xfrm>
          <a:off x="195868" y="146157"/>
          <a:ext cx="356124" cy="35612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97C3F1-E4D3-45A3-8B9A-887BCD92D2BC}">
      <dsp:nvSpPr>
        <dsp:cNvPr id="0" name=""/>
        <dsp:cNvSpPr/>
      </dsp:nvSpPr>
      <dsp:spPr>
        <a:xfrm>
          <a:off x="747862" y="470"/>
          <a:ext cx="5515777" cy="6474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27" tIns="68527" rIns="68527" bIns="68527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600" kern="1200"/>
            <a:t>Add database to source control</a:t>
          </a:r>
          <a:endParaRPr lang="en-US" sz="1600" kern="1200"/>
        </a:p>
      </dsp:txBody>
      <dsp:txXfrm>
        <a:off x="747862" y="470"/>
        <a:ext cx="5515777" cy="647499"/>
      </dsp:txXfrm>
    </dsp:sp>
    <dsp:sp modelId="{E2AC5C97-D6E6-46B3-A7F0-AD1A673ED8F2}">
      <dsp:nvSpPr>
        <dsp:cNvPr id="0" name=""/>
        <dsp:cNvSpPr/>
      </dsp:nvSpPr>
      <dsp:spPr>
        <a:xfrm>
          <a:off x="0" y="809844"/>
          <a:ext cx="6263640" cy="647499"/>
        </a:xfrm>
        <a:prstGeom prst="roundRect">
          <a:avLst>
            <a:gd name="adj" fmla="val 10000"/>
          </a:avLst>
        </a:prstGeom>
        <a:solidFill>
          <a:schemeClr val="accent2">
            <a:hueOff val="1073936"/>
            <a:satOff val="-3082"/>
            <a:lumOff val="-493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7F00CB-D4EC-4D98-BFA6-5F8F50DFD4FD}">
      <dsp:nvSpPr>
        <dsp:cNvPr id="0" name=""/>
        <dsp:cNvSpPr/>
      </dsp:nvSpPr>
      <dsp:spPr>
        <a:xfrm>
          <a:off x="195868" y="955532"/>
          <a:ext cx="356124" cy="35612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D7E653-47B3-4F84-BE1C-13A849127449}">
      <dsp:nvSpPr>
        <dsp:cNvPr id="0" name=""/>
        <dsp:cNvSpPr/>
      </dsp:nvSpPr>
      <dsp:spPr>
        <a:xfrm>
          <a:off x="747862" y="809844"/>
          <a:ext cx="5515777" cy="6474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27" tIns="68527" rIns="68527" bIns="68527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600" kern="1200"/>
            <a:t>Improve with static code analysis</a:t>
          </a:r>
          <a:endParaRPr lang="en-US" sz="1600" kern="1200"/>
        </a:p>
      </dsp:txBody>
      <dsp:txXfrm>
        <a:off x="747862" y="809844"/>
        <a:ext cx="5515777" cy="647499"/>
      </dsp:txXfrm>
    </dsp:sp>
    <dsp:sp modelId="{E5FA2D87-45BD-4120-A649-B2467A2CD3C5}">
      <dsp:nvSpPr>
        <dsp:cNvPr id="0" name=""/>
        <dsp:cNvSpPr/>
      </dsp:nvSpPr>
      <dsp:spPr>
        <a:xfrm>
          <a:off x="0" y="1619219"/>
          <a:ext cx="6263640" cy="647499"/>
        </a:xfrm>
        <a:prstGeom prst="roundRect">
          <a:avLst>
            <a:gd name="adj" fmla="val 10000"/>
          </a:avLst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9DF01A-8A60-4EF3-8A7D-2A0F92BB5917}">
      <dsp:nvSpPr>
        <dsp:cNvPr id="0" name=""/>
        <dsp:cNvSpPr/>
      </dsp:nvSpPr>
      <dsp:spPr>
        <a:xfrm>
          <a:off x="195868" y="1764906"/>
          <a:ext cx="356124" cy="35612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A79840-D94E-4442-AE80-9B7E0B783EBE}">
      <dsp:nvSpPr>
        <dsp:cNvPr id="0" name=""/>
        <dsp:cNvSpPr/>
      </dsp:nvSpPr>
      <dsp:spPr>
        <a:xfrm>
          <a:off x="747862" y="1619219"/>
          <a:ext cx="5515777" cy="6474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27" tIns="68527" rIns="68527" bIns="68527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600" kern="1200"/>
            <a:t>Understand better with a diagram</a:t>
          </a:r>
          <a:endParaRPr lang="en-US" sz="1600" kern="1200"/>
        </a:p>
      </dsp:txBody>
      <dsp:txXfrm>
        <a:off x="747862" y="1619219"/>
        <a:ext cx="5515777" cy="647499"/>
      </dsp:txXfrm>
    </dsp:sp>
    <dsp:sp modelId="{9F557CD1-84D9-4353-99A8-9E06609FCAE0}">
      <dsp:nvSpPr>
        <dsp:cNvPr id="0" name=""/>
        <dsp:cNvSpPr/>
      </dsp:nvSpPr>
      <dsp:spPr>
        <a:xfrm>
          <a:off x="0" y="2428594"/>
          <a:ext cx="6263640" cy="647499"/>
        </a:xfrm>
        <a:prstGeom prst="roundRect">
          <a:avLst>
            <a:gd name="adj" fmla="val 10000"/>
          </a:avLst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E9284F-B69C-460D-9639-AE0D20FEFDD4}">
      <dsp:nvSpPr>
        <dsp:cNvPr id="0" name=""/>
        <dsp:cNvSpPr/>
      </dsp:nvSpPr>
      <dsp:spPr>
        <a:xfrm>
          <a:off x="195868" y="2574281"/>
          <a:ext cx="356124" cy="35612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FF8630-2CC2-41B2-AD97-4AA1691F6FFB}">
      <dsp:nvSpPr>
        <dsp:cNvPr id="0" name=""/>
        <dsp:cNvSpPr/>
      </dsp:nvSpPr>
      <dsp:spPr>
        <a:xfrm>
          <a:off x="747862" y="2428594"/>
          <a:ext cx="5515777" cy="6474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27" tIns="68527" rIns="68527" bIns="68527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600" kern="1200" dirty="0" err="1"/>
            <a:t>Build</a:t>
          </a:r>
          <a:r>
            <a:rPr lang="da-DK" sz="1600" kern="1200" dirty="0"/>
            <a:t> and </a:t>
          </a:r>
          <a:r>
            <a:rPr lang="da-DK" sz="1600" kern="1200" dirty="0" err="1"/>
            <a:t>deploy</a:t>
          </a:r>
          <a:endParaRPr lang="en-US" sz="1600" kern="1200" dirty="0"/>
        </a:p>
      </dsp:txBody>
      <dsp:txXfrm>
        <a:off x="747862" y="2428594"/>
        <a:ext cx="5515777" cy="647499"/>
      </dsp:txXfrm>
    </dsp:sp>
    <dsp:sp modelId="{15A4A6B9-226D-4FDB-AB65-2377FCD13EEA}">
      <dsp:nvSpPr>
        <dsp:cNvPr id="0" name=""/>
        <dsp:cNvSpPr/>
      </dsp:nvSpPr>
      <dsp:spPr>
        <a:xfrm>
          <a:off x="0" y="3237968"/>
          <a:ext cx="6263640" cy="647499"/>
        </a:xfrm>
        <a:prstGeom prst="roundRect">
          <a:avLst>
            <a:gd name="adj" fmla="val 10000"/>
          </a:avLst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A0FA25-BBE8-4043-B551-AA6896360B0D}">
      <dsp:nvSpPr>
        <dsp:cNvPr id="0" name=""/>
        <dsp:cNvSpPr/>
      </dsp:nvSpPr>
      <dsp:spPr>
        <a:xfrm>
          <a:off x="195868" y="3383656"/>
          <a:ext cx="356124" cy="35612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43FCD2-EF23-4F49-83B6-E1118B97AFC5}">
      <dsp:nvSpPr>
        <dsp:cNvPr id="0" name=""/>
        <dsp:cNvSpPr/>
      </dsp:nvSpPr>
      <dsp:spPr>
        <a:xfrm>
          <a:off x="747862" y="3237968"/>
          <a:ext cx="5515777" cy="6474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27" tIns="68527" rIns="68527" bIns="68527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600" kern="1200"/>
            <a:t>Generate EF Core 10 DbContext</a:t>
          </a:r>
          <a:endParaRPr lang="en-US" sz="1600" kern="1200"/>
        </a:p>
      </dsp:txBody>
      <dsp:txXfrm>
        <a:off x="747862" y="3237968"/>
        <a:ext cx="5515777" cy="647499"/>
      </dsp:txXfrm>
    </dsp:sp>
    <dsp:sp modelId="{4F1C2BEE-2DC0-413F-8BA4-980C05C7F09B}">
      <dsp:nvSpPr>
        <dsp:cNvPr id="0" name=""/>
        <dsp:cNvSpPr/>
      </dsp:nvSpPr>
      <dsp:spPr>
        <a:xfrm>
          <a:off x="0" y="4047343"/>
          <a:ext cx="6263640" cy="647499"/>
        </a:xfrm>
        <a:prstGeom prst="roundRect">
          <a:avLst>
            <a:gd name="adj" fmla="val 10000"/>
          </a:avLst>
        </a:prstGeom>
        <a:solidFill>
          <a:schemeClr val="accent2">
            <a:hueOff val="5369678"/>
            <a:satOff val="-15411"/>
            <a:lumOff val="-2467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A57E57-0E8B-4091-8BC8-7B9188F89433}">
      <dsp:nvSpPr>
        <dsp:cNvPr id="0" name=""/>
        <dsp:cNvSpPr/>
      </dsp:nvSpPr>
      <dsp:spPr>
        <a:xfrm>
          <a:off x="195868" y="4193030"/>
          <a:ext cx="356124" cy="356124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68C6BB-9283-4A43-9010-7AFB4EB2DC58}">
      <dsp:nvSpPr>
        <dsp:cNvPr id="0" name=""/>
        <dsp:cNvSpPr/>
      </dsp:nvSpPr>
      <dsp:spPr>
        <a:xfrm>
          <a:off x="747862" y="4047343"/>
          <a:ext cx="5515777" cy="6474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27" tIns="68527" rIns="68527" bIns="68527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600" kern="1200"/>
            <a:t>Use in .NET 10 Web API</a:t>
          </a:r>
          <a:endParaRPr lang="en-US" sz="1600" kern="1200"/>
        </a:p>
      </dsp:txBody>
      <dsp:txXfrm>
        <a:off x="747862" y="4047343"/>
        <a:ext cx="5515777" cy="647499"/>
      </dsp:txXfrm>
    </dsp:sp>
    <dsp:sp modelId="{C7AD95F2-C852-44EF-B9E0-B5E61E9617BF}">
      <dsp:nvSpPr>
        <dsp:cNvPr id="0" name=""/>
        <dsp:cNvSpPr/>
      </dsp:nvSpPr>
      <dsp:spPr>
        <a:xfrm>
          <a:off x="0" y="4856717"/>
          <a:ext cx="6263640" cy="647499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B83523-DC83-4466-85EC-344C45EBFEA3}">
      <dsp:nvSpPr>
        <dsp:cNvPr id="0" name=""/>
        <dsp:cNvSpPr/>
      </dsp:nvSpPr>
      <dsp:spPr>
        <a:xfrm>
          <a:off x="195868" y="5002405"/>
          <a:ext cx="356124" cy="356124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15CCF1-C735-4257-A507-0CD0EF52ADBF}">
      <dsp:nvSpPr>
        <dsp:cNvPr id="0" name=""/>
        <dsp:cNvSpPr/>
      </dsp:nvSpPr>
      <dsp:spPr>
        <a:xfrm>
          <a:off x="747862" y="4856717"/>
          <a:ext cx="5515777" cy="6474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27" tIns="68527" rIns="68527" bIns="68527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600" kern="1200"/>
            <a:t>Putting it all together in Aspire 13</a:t>
          </a:r>
          <a:endParaRPr lang="en-US" sz="1600" kern="1200"/>
        </a:p>
      </dsp:txBody>
      <dsp:txXfrm>
        <a:off x="747862" y="4856717"/>
        <a:ext cx="5515777" cy="6474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4C7B45-0BB1-44B4-AFD9-807D3BCEDB34}">
      <dsp:nvSpPr>
        <dsp:cNvPr id="0" name=""/>
        <dsp:cNvSpPr/>
      </dsp:nvSpPr>
      <dsp:spPr>
        <a:xfrm>
          <a:off x="5134" y="1698153"/>
          <a:ext cx="1591716" cy="95503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200" kern="1200" dirty="0" err="1"/>
            <a:t>Create</a:t>
          </a:r>
          <a:r>
            <a:rPr lang="da-DK" sz="2200" kern="1200" dirty="0"/>
            <a:t> .</a:t>
          </a:r>
          <a:r>
            <a:rPr lang="da-DK" sz="2200" kern="1200" dirty="0" err="1"/>
            <a:t>sqlproj</a:t>
          </a:r>
          <a:endParaRPr lang="da-DK" sz="2200" kern="1200" dirty="0"/>
        </a:p>
      </dsp:txBody>
      <dsp:txXfrm>
        <a:off x="33106" y="1726125"/>
        <a:ext cx="1535772" cy="899086"/>
      </dsp:txXfrm>
    </dsp:sp>
    <dsp:sp modelId="{8BB0CBD4-D577-4FC6-8910-D716CF87EA32}">
      <dsp:nvSpPr>
        <dsp:cNvPr id="0" name=""/>
        <dsp:cNvSpPr/>
      </dsp:nvSpPr>
      <dsp:spPr>
        <a:xfrm>
          <a:off x="1756023" y="1978296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1600" kern="1200"/>
        </a:p>
      </dsp:txBody>
      <dsp:txXfrm>
        <a:off x="1756023" y="2057245"/>
        <a:ext cx="236210" cy="236847"/>
      </dsp:txXfrm>
    </dsp:sp>
    <dsp:sp modelId="{DD773DFE-B24C-4C06-8085-09ECE31007FD}">
      <dsp:nvSpPr>
        <dsp:cNvPr id="0" name=""/>
        <dsp:cNvSpPr/>
      </dsp:nvSpPr>
      <dsp:spPr>
        <a:xfrm>
          <a:off x="2233538" y="1698153"/>
          <a:ext cx="1591716" cy="95503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200" kern="1200" dirty="0" err="1"/>
            <a:t>Create</a:t>
          </a:r>
          <a:r>
            <a:rPr lang="da-DK" sz="2200" kern="1200" dirty="0"/>
            <a:t> .sql scripts</a:t>
          </a:r>
        </a:p>
      </dsp:txBody>
      <dsp:txXfrm>
        <a:off x="2261510" y="1726125"/>
        <a:ext cx="1535772" cy="899086"/>
      </dsp:txXfrm>
    </dsp:sp>
    <dsp:sp modelId="{55FDB1A8-FABE-46DF-B8A6-AA7953EF33F3}">
      <dsp:nvSpPr>
        <dsp:cNvPr id="0" name=""/>
        <dsp:cNvSpPr/>
      </dsp:nvSpPr>
      <dsp:spPr>
        <a:xfrm>
          <a:off x="3984426" y="1978296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1600" kern="1200"/>
        </a:p>
      </dsp:txBody>
      <dsp:txXfrm>
        <a:off x="3984426" y="2057245"/>
        <a:ext cx="236210" cy="236847"/>
      </dsp:txXfrm>
    </dsp:sp>
    <dsp:sp modelId="{D8EF8B05-7319-4A29-B179-EA0D5A0F841F}">
      <dsp:nvSpPr>
        <dsp:cNvPr id="0" name=""/>
        <dsp:cNvSpPr/>
      </dsp:nvSpPr>
      <dsp:spPr>
        <a:xfrm>
          <a:off x="4461941" y="1698153"/>
          <a:ext cx="1591716" cy="95503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200" kern="1200" dirty="0" err="1"/>
            <a:t>Build</a:t>
          </a:r>
          <a:endParaRPr lang="da-DK" sz="2200" kern="1200" dirty="0"/>
        </a:p>
      </dsp:txBody>
      <dsp:txXfrm>
        <a:off x="4489913" y="1726125"/>
        <a:ext cx="1535772" cy="899086"/>
      </dsp:txXfrm>
    </dsp:sp>
    <dsp:sp modelId="{5C2C9D36-5430-4F5F-8F1A-EF5293350EE4}">
      <dsp:nvSpPr>
        <dsp:cNvPr id="0" name=""/>
        <dsp:cNvSpPr/>
      </dsp:nvSpPr>
      <dsp:spPr>
        <a:xfrm>
          <a:off x="6212830" y="1978296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1600" kern="1200"/>
        </a:p>
      </dsp:txBody>
      <dsp:txXfrm>
        <a:off x="6212830" y="2057245"/>
        <a:ext cx="236210" cy="236847"/>
      </dsp:txXfrm>
    </dsp:sp>
    <dsp:sp modelId="{25CF4E32-50A8-404A-B405-5983C24DD11A}">
      <dsp:nvSpPr>
        <dsp:cNvPr id="0" name=""/>
        <dsp:cNvSpPr/>
      </dsp:nvSpPr>
      <dsp:spPr>
        <a:xfrm>
          <a:off x="6690345" y="1698153"/>
          <a:ext cx="1591716" cy="95503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200" kern="1200" dirty="0"/>
            <a:t>.</a:t>
          </a:r>
          <a:r>
            <a:rPr lang="da-DK" sz="2200" kern="1200" dirty="0" err="1"/>
            <a:t>dacpac</a:t>
          </a:r>
          <a:endParaRPr lang="da-DK" sz="2200" kern="1200" dirty="0"/>
        </a:p>
      </dsp:txBody>
      <dsp:txXfrm>
        <a:off x="6718317" y="1726125"/>
        <a:ext cx="1535772" cy="899086"/>
      </dsp:txXfrm>
    </dsp:sp>
    <dsp:sp modelId="{5EFD958F-B420-4026-9D9A-EC672108D7A8}">
      <dsp:nvSpPr>
        <dsp:cNvPr id="0" name=""/>
        <dsp:cNvSpPr/>
      </dsp:nvSpPr>
      <dsp:spPr>
        <a:xfrm>
          <a:off x="8441233" y="1978296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1600" kern="1200"/>
        </a:p>
      </dsp:txBody>
      <dsp:txXfrm>
        <a:off x="8441233" y="2057245"/>
        <a:ext cx="236210" cy="236847"/>
      </dsp:txXfrm>
    </dsp:sp>
    <dsp:sp modelId="{66A9D402-A8F9-4F13-9B80-9670EB258763}">
      <dsp:nvSpPr>
        <dsp:cNvPr id="0" name=""/>
        <dsp:cNvSpPr/>
      </dsp:nvSpPr>
      <dsp:spPr>
        <a:xfrm>
          <a:off x="8918748" y="1698153"/>
          <a:ext cx="1591716" cy="955030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200" kern="1200" dirty="0" err="1"/>
            <a:t>Deploy</a:t>
          </a:r>
          <a:endParaRPr lang="da-DK" sz="2200" kern="1200" dirty="0"/>
        </a:p>
      </dsp:txBody>
      <dsp:txXfrm>
        <a:off x="8946720" y="1726125"/>
        <a:ext cx="1535772" cy="8990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0C850-4D44-0887-F9C8-A6F919CD00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368770-871A-3C3A-95EA-1776628C86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B22617-CE92-8BF5-8721-3CA876AD5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FD589-5CEC-4C5D-B34D-E6C06527026F}" type="datetimeFigureOut">
              <a:rPr lang="da-DK" smtClean="0"/>
              <a:t>30-11-2025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73E9C6-AB9E-B2BE-4AB5-77E43FACB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F6098A-6F4B-94F5-6AA5-760C480D2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719DC-A868-4EEE-8965-B3A7A717A90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95100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0272D-5AC6-4E00-A6E1-1009ACE2F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67BC2-2DAA-64FE-F6D8-1DFDAE4E9F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B19B3-24FA-775D-1143-B609EC9B1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FD589-5CEC-4C5D-B34D-E6C06527026F}" type="datetimeFigureOut">
              <a:rPr lang="da-DK" smtClean="0"/>
              <a:t>30-11-2025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B1117D-5FB5-C171-AAD8-D499F76B2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FAC57E-A72B-A0DF-0A7E-1F4924D6E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719DC-A868-4EEE-8965-B3A7A717A90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54799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4B36E-801C-96A1-9E94-74EAE81B5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1AB8F3-938B-0FED-7E57-AE3A767BC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313158-9871-3D34-0C60-653C45B52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FD589-5CEC-4C5D-B34D-E6C06527026F}" type="datetimeFigureOut">
              <a:rPr lang="da-DK" smtClean="0"/>
              <a:t>30-11-2025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1CB2C2-6C36-FDFF-3B70-ADE71D560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92418C-39DD-370C-DD00-08AB01A09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719DC-A868-4EEE-8965-B3A7A717A90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62588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67A47-50CE-91B6-F102-610EAD6B1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20E97-5592-CC57-4EBC-5D16236611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8BED77-4A6D-4874-FBDE-05DD6B0DCE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AC5B64-6ED8-7406-0823-9A216D010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FD589-5CEC-4C5D-B34D-E6C06527026F}" type="datetimeFigureOut">
              <a:rPr lang="da-DK" smtClean="0"/>
              <a:t>30-11-2025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6F07B6-33ED-A5AF-F427-FEA6CB147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822A49-BA2C-0AD1-0FFA-FD697092B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719DC-A868-4EEE-8965-B3A7A717A90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03787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C7734-9F22-14A9-D05A-630B0FFA1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733039-B9C2-B59B-97F5-8E0260A7FF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07A39A-C3F0-AD1A-A960-B3BB206905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2244DA-EA6B-05A8-59F6-A684CCD60B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51F59A-AFE0-6831-9E33-6ABB847D03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59CFB7-0491-7CD6-87CA-4355E5579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FD589-5CEC-4C5D-B34D-E6C06527026F}" type="datetimeFigureOut">
              <a:rPr lang="da-DK" smtClean="0"/>
              <a:t>30-11-2025</a:t>
            </a:fld>
            <a:endParaRPr lang="da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E85816-7964-044B-956C-151D373F4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278955-28BC-C095-B640-C3F804FEE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719DC-A868-4EEE-8965-B3A7A717A90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14351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2FCC0-5BB2-0766-3B99-5A6D53FCA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AD77DE-B0FD-5316-7A83-08FF1084C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FD589-5CEC-4C5D-B34D-E6C06527026F}" type="datetimeFigureOut">
              <a:rPr lang="da-DK" smtClean="0"/>
              <a:t>30-11-2025</a:t>
            </a:fld>
            <a:endParaRPr lang="da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54911A-34B5-8406-A6BC-DF6DFB3DA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A0BFE2-D15C-603E-0241-75085829A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719DC-A868-4EEE-8965-B3A7A717A90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29670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83E653-A34C-E655-5BCA-A096AE887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FD589-5CEC-4C5D-B34D-E6C06527026F}" type="datetimeFigureOut">
              <a:rPr lang="da-DK" smtClean="0"/>
              <a:t>30-11-2025</a:t>
            </a:fld>
            <a:endParaRPr lang="da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B0A571-1242-A560-6064-F21699898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FB5CC2-D73F-DAB2-AC22-AFB89B281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719DC-A868-4EEE-8965-B3A7A717A90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96985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7CA01-4C2B-BB39-49DC-4F46CB370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BA36C-051D-98B9-5464-A13D9118C8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BD3E96-4C41-5D88-E2D4-B7EAA22204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7413B7-FBAE-1E1E-AFD4-954A77CB4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FD589-5CEC-4C5D-B34D-E6C06527026F}" type="datetimeFigureOut">
              <a:rPr lang="da-DK" smtClean="0"/>
              <a:t>30-11-2025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3A8C51-7087-6A49-C72F-95A932D70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9B5461-0164-5F34-0715-F67A13F18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719DC-A868-4EEE-8965-B3A7A717A90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07737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91F2D-EAF8-1C68-69FD-3D90A7FDF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5C70F8-C73A-1AE3-9A23-38BDC5B5E9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146914-150C-ABBD-932D-1FA7F45D67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C55467-2E42-9DB9-6B39-A0B9359DE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FD589-5CEC-4C5D-B34D-E6C06527026F}" type="datetimeFigureOut">
              <a:rPr lang="da-DK" smtClean="0"/>
              <a:t>30-11-2025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169448-3119-6CEA-1F53-9203D554D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B2E7CD-69CA-350E-D86E-F6DC3F54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719DC-A868-4EEE-8965-B3A7A717A90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22058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9F98F-2E63-8A16-C3B9-D5176D4AD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00E29C-8944-0E63-68AF-F0D345C8CC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E2598A-F6EC-1D08-1DC3-98D4D87AB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FD589-5CEC-4C5D-B34D-E6C06527026F}" type="datetimeFigureOut">
              <a:rPr lang="da-DK" smtClean="0"/>
              <a:t>30-11-2025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16DE6-32EA-5E76-55E1-A4A0D90D1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662FA8-F46B-F99C-71BF-B40A30669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719DC-A868-4EEE-8965-B3A7A717A90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52585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00EB74-E70D-A6B6-E9DC-B977911CD3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0615E0-48DC-1EAE-7E0F-A9A2C99D99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D2DC7-1685-CC4C-73BF-B3933E3C1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FD589-5CEC-4C5D-B34D-E6C06527026F}" type="datetimeFigureOut">
              <a:rPr lang="da-DK" smtClean="0"/>
              <a:t>30-11-2025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7388B4-0188-C050-682C-87ED6B89E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93726-A8E7-1F69-B6D5-E36DA4FC6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719DC-A868-4EEE-8965-B3A7A717A90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50145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A04F60-4F3F-037F-A386-1535E1A0D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C0872B-1145-1703-2354-6CFE16C651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B65FF6-952D-0A3B-EA77-0EE28D146A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FD589-5CEC-4C5D-B34D-E6C06527026F}" type="datetimeFigureOut">
              <a:rPr lang="da-DK" smtClean="0"/>
              <a:t>30-11-2025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654C88-E5A2-70B0-0F92-3DC1A48824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041709-C81A-B550-B097-39517C0292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F719DC-A868-4EEE-8965-B3A7A717A90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7337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24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234BBA-3C89-47A9-FF8E-EEE5B7684B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7101" y="735283"/>
            <a:ext cx="4978399" cy="3165045"/>
          </a:xfrm>
        </p:spPr>
        <p:txBody>
          <a:bodyPr anchor="b">
            <a:normAutofit/>
          </a:bodyPr>
          <a:lstStyle/>
          <a:p>
            <a:pPr algn="l"/>
            <a:r>
              <a:rPr lang="en-US" sz="5200" noProof="0"/>
              <a:t>Modern SQL development with </a:t>
            </a:r>
            <a:r>
              <a:rPr lang="en-US" sz="5200"/>
              <a:t>.NET 10</a:t>
            </a:r>
            <a:endParaRPr lang="en-US" sz="5200" noProof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3884AF-7137-D192-5617-7E4A22F3EA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7101" y="4078423"/>
            <a:ext cx="4978399" cy="2058657"/>
          </a:xfrm>
        </p:spPr>
        <p:txBody>
          <a:bodyPr>
            <a:normAutofit/>
          </a:bodyPr>
          <a:lstStyle/>
          <a:p>
            <a:pPr algn="l"/>
            <a:r>
              <a:rPr lang="en-US" noProof="0" dirty="0"/>
              <a:t>@ErikEJ</a:t>
            </a:r>
            <a:endParaRPr lang="en-US" noProof="0"/>
          </a:p>
        </p:txBody>
      </p:sp>
      <p:pic>
        <p:nvPicPr>
          <p:cNvPr id="7" name="Graphic 6" descr="Database">
            <a:extLst>
              <a:ext uri="{FF2B5EF4-FFF2-40B4-BE49-F238E27FC236}">
                <a16:creationId xmlns:a16="http://schemas.microsoft.com/office/drawing/2014/main" id="{49621D5D-8020-4A1E-ED02-68DDC7AA8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9" name="Graphic 8" descr="Database">
            <a:extLst>
              <a:ext uri="{FF2B5EF4-FFF2-40B4-BE49-F238E27FC236}">
                <a16:creationId xmlns:a16="http://schemas.microsoft.com/office/drawing/2014/main" id="{BB769B80-4604-4637-92DB-97E0D27ECD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529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6F79B0DD-2C63-4EE5-804F-B8E391FC1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37" y="0"/>
            <a:ext cx="12192000" cy="6858000"/>
          </a:xfrm>
          <a:prstGeom prst="rect">
            <a:avLst/>
          </a:prstGeom>
          <a:solidFill>
            <a:schemeClr val="bg1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27DB8AB-CD55-4C8F-9043-52652B8923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643466"/>
            <a:ext cx="5364255" cy="2706794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E59505-6B1B-473B-BE9A-199F7008CF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777" b="-1"/>
          <a:stretch>
            <a:fillRect/>
          </a:stretch>
        </p:blipFill>
        <p:spPr>
          <a:xfrm>
            <a:off x="1186878" y="965200"/>
            <a:ext cx="4276796" cy="2060298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53059C5A-91CB-4024-9B4E-20082E25C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68589" y="643466"/>
            <a:ext cx="5376806" cy="2706794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83433E-F570-B78E-D93B-F5417FCB1B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3951" b="2"/>
          <a:stretch>
            <a:fillRect/>
          </a:stretch>
        </p:blipFill>
        <p:spPr>
          <a:xfrm>
            <a:off x="6710277" y="965200"/>
            <a:ext cx="4292787" cy="2060298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184884BF-A898-4EFF-9504-E13EBE3FF6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3514513"/>
            <a:ext cx="5364255" cy="2703406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938933-7666-ED16-C49A-A60B0A016A4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0751"/>
          <a:stretch>
            <a:fillRect/>
          </a:stretch>
        </p:blipFill>
        <p:spPr>
          <a:xfrm>
            <a:off x="1186725" y="3836247"/>
            <a:ext cx="4290933" cy="2060298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7B32D337-FDA6-4468-ADB1-7038E5FC0B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68589" y="3514513"/>
            <a:ext cx="5376806" cy="2706794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0AEC74-0F2E-A57F-0077-75377E5D120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31468" b="-1"/>
          <a:stretch>
            <a:fillRect/>
          </a:stretch>
        </p:blipFill>
        <p:spPr>
          <a:xfrm>
            <a:off x="6717353" y="3836247"/>
            <a:ext cx="4278636" cy="2060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739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3D3FA7-BD8C-6308-79E1-2136A45A5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C86B57-8902-10F3-3B84-B2A26CBEB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3374136" cy="5567891"/>
          </a:xfrm>
        </p:spPr>
        <p:txBody>
          <a:bodyPr>
            <a:normAutofit/>
          </a:bodyPr>
          <a:lstStyle/>
          <a:p>
            <a:r>
              <a:rPr lang="da-DK" sz="5200"/>
              <a:t>Agenda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2A5AE55-1DC1-7413-F671-BA58764342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0559546"/>
              </p:ext>
            </p:extLst>
          </p:nvPr>
        </p:nvGraphicFramePr>
        <p:xfrm>
          <a:off x="5093208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10282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82C06-334E-F92F-EA35-C414D552D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BEE8B-3F43-3381-16CA-E2BD08B696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Demo!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5ADF4F-DB31-4273-DB5F-EC2CC2A1B6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8354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2AC18E-06F7-297B-4A55-D3F36AEDE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da-DK" sz="5400"/>
              <a:t>CTA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6C42F-8CB3-FB57-D11C-4033DD156F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6122202" cy="3547872"/>
          </a:xfrm>
        </p:spPr>
        <p:txBody>
          <a:bodyPr anchor="t">
            <a:normAutofit/>
          </a:bodyPr>
          <a:lstStyle/>
          <a:p>
            <a:r>
              <a:rPr lang="da-DK" sz="2200" dirty="0" err="1"/>
              <a:t>Add</a:t>
            </a:r>
            <a:r>
              <a:rPr lang="da-DK" sz="2200" dirty="0"/>
              <a:t> </a:t>
            </a:r>
            <a:r>
              <a:rPr lang="da-DK" sz="2200" dirty="0" err="1"/>
              <a:t>you</a:t>
            </a:r>
            <a:r>
              <a:rPr lang="da-DK" sz="2200" dirty="0"/>
              <a:t> database </a:t>
            </a:r>
            <a:r>
              <a:rPr lang="da-DK" sz="2200" dirty="0" err="1"/>
              <a:t>schema</a:t>
            </a:r>
            <a:r>
              <a:rPr lang="da-DK" sz="2200" dirty="0"/>
              <a:t> to source </a:t>
            </a:r>
            <a:r>
              <a:rPr lang="da-DK" sz="2200" dirty="0" err="1"/>
              <a:t>control</a:t>
            </a:r>
            <a:endParaRPr lang="da-DK" sz="2200" dirty="0"/>
          </a:p>
          <a:p>
            <a:r>
              <a:rPr lang="da-DK" sz="2200" dirty="0" err="1"/>
              <a:t>Enable</a:t>
            </a:r>
            <a:r>
              <a:rPr lang="da-DK" sz="2200" dirty="0"/>
              <a:t> </a:t>
            </a:r>
            <a:r>
              <a:rPr lang="da-DK" sz="2200" dirty="0" err="1"/>
              <a:t>code</a:t>
            </a:r>
            <a:r>
              <a:rPr lang="da-DK" sz="2200" dirty="0"/>
              <a:t> </a:t>
            </a:r>
            <a:r>
              <a:rPr lang="da-DK" sz="2200" dirty="0" err="1"/>
              <a:t>analysis</a:t>
            </a:r>
            <a:r>
              <a:rPr lang="da-DK" sz="2200" dirty="0"/>
              <a:t> </a:t>
            </a:r>
            <a:r>
              <a:rPr lang="da-DK" sz="2200" dirty="0" err="1"/>
              <a:t>locally</a:t>
            </a:r>
            <a:r>
              <a:rPr lang="da-DK" sz="2200" dirty="0"/>
              <a:t> and </a:t>
            </a:r>
            <a:r>
              <a:rPr lang="da-DK" sz="2200" dirty="0" err="1"/>
              <a:t>during</a:t>
            </a:r>
            <a:r>
              <a:rPr lang="da-DK" sz="2200" dirty="0"/>
              <a:t> </a:t>
            </a:r>
            <a:r>
              <a:rPr lang="da-DK" sz="2200" dirty="0" err="1"/>
              <a:t>automated</a:t>
            </a:r>
            <a:r>
              <a:rPr lang="da-DK" sz="2200" dirty="0"/>
              <a:t> </a:t>
            </a:r>
            <a:r>
              <a:rPr lang="da-DK" sz="2200" dirty="0" err="1"/>
              <a:t>build</a:t>
            </a:r>
            <a:endParaRPr lang="da-DK" sz="2200" dirty="0"/>
          </a:p>
          <a:p>
            <a:r>
              <a:rPr lang="da-DK" sz="2200" dirty="0" err="1"/>
              <a:t>Publish</a:t>
            </a:r>
            <a:r>
              <a:rPr lang="da-DK" sz="2200" dirty="0"/>
              <a:t> </a:t>
            </a:r>
            <a:r>
              <a:rPr lang="da-DK" sz="2200" dirty="0" err="1"/>
              <a:t>your</a:t>
            </a:r>
            <a:r>
              <a:rPr lang="da-DK" sz="2200" dirty="0"/>
              <a:t> data </a:t>
            </a:r>
            <a:r>
              <a:rPr lang="da-DK" sz="2200" dirty="0" err="1"/>
              <a:t>schema</a:t>
            </a:r>
            <a:r>
              <a:rPr lang="da-DK" sz="2200" dirty="0"/>
              <a:t> in </a:t>
            </a:r>
            <a:r>
              <a:rPr lang="da-DK" sz="2200" dirty="0" err="1"/>
              <a:t>your</a:t>
            </a:r>
            <a:r>
              <a:rPr lang="da-DK" sz="2200" dirty="0"/>
              <a:t> </a:t>
            </a:r>
            <a:r>
              <a:rPr lang="da-DK" sz="2200" dirty="0" err="1"/>
              <a:t>deployment</a:t>
            </a:r>
            <a:r>
              <a:rPr lang="da-DK" sz="2200" dirty="0"/>
              <a:t> pipeline</a:t>
            </a:r>
          </a:p>
          <a:p>
            <a:r>
              <a:rPr lang="da-DK" sz="2200" dirty="0"/>
              <a:t>Take </a:t>
            </a:r>
            <a:r>
              <a:rPr lang="da-DK" sz="2200" dirty="0" err="1"/>
              <a:t>advantage</a:t>
            </a:r>
            <a:r>
              <a:rPr lang="da-DK" sz="2200" dirty="0"/>
              <a:t> of </a:t>
            </a:r>
            <a:r>
              <a:rPr lang="da-DK" sz="2200" dirty="0" err="1"/>
              <a:t>your</a:t>
            </a:r>
            <a:r>
              <a:rPr lang="da-DK" sz="2200" dirty="0"/>
              <a:t> </a:t>
            </a:r>
            <a:r>
              <a:rPr lang="da-DK" sz="2200"/>
              <a:t>SQL Project!</a:t>
            </a:r>
            <a:endParaRPr lang="da-DK" sz="2200" dirty="0"/>
          </a:p>
        </p:txBody>
      </p:sp>
      <p:pic>
        <p:nvPicPr>
          <p:cNvPr id="5" name="Picture 4" descr="A qr code with black dots&#10;&#10;Description automatically generated">
            <a:extLst>
              <a:ext uri="{FF2B5EF4-FFF2-40B4-BE49-F238E27FC236}">
                <a16:creationId xmlns:a16="http://schemas.microsoft.com/office/drawing/2014/main" id="{1ACEDAF7-1A70-3E40-9618-12BBF5CB9F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2194" y="904031"/>
            <a:ext cx="4695822" cy="4343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646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BBA3D-1D4D-7E61-1738-8D5A6CFDA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AE2BC-381C-A57E-FCAD-277D509EE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a-DK" dirty="0"/>
              <a:t>Q  &amp; 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9D8A4D-BC32-FCB3-F0F4-F3C435D72A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74317" y="1916599"/>
            <a:ext cx="6669580" cy="3930082"/>
          </a:xfrm>
        </p:spPr>
      </p:pic>
    </p:spTree>
    <p:extLst>
      <p:ext uri="{BB962C8B-B14F-4D97-AF65-F5344CB8AC3E}">
        <p14:creationId xmlns:p14="http://schemas.microsoft.com/office/powerpoint/2010/main" val="487434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078A8-1C8D-CC17-F403-AD419F1D4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E3296-FFC2-33B3-4F11-56B331B59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Q  &amp; 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3AC6A-31BA-D5A6-ADBD-A91781F85A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sz="3200" dirty="0"/>
              <a:t>Handling </a:t>
            </a:r>
            <a:r>
              <a:rPr lang="da-DK" sz="3200" dirty="0" err="1"/>
              <a:t>destructive</a:t>
            </a:r>
            <a:r>
              <a:rPr lang="da-DK" sz="3200" dirty="0"/>
              <a:t> </a:t>
            </a:r>
            <a:r>
              <a:rPr lang="da-DK" sz="3200" dirty="0" err="1"/>
              <a:t>schema</a:t>
            </a:r>
            <a:r>
              <a:rPr lang="da-DK" sz="3200" dirty="0"/>
              <a:t> </a:t>
            </a:r>
            <a:r>
              <a:rPr lang="da-DK" sz="3200" dirty="0" err="1"/>
              <a:t>changes</a:t>
            </a:r>
            <a:r>
              <a:rPr lang="da-DK" sz="3200" dirty="0"/>
              <a:t>?</a:t>
            </a:r>
          </a:p>
          <a:p>
            <a:r>
              <a:rPr lang="da-DK" sz="3200" dirty="0"/>
              <a:t>How do I ”seed data” to </a:t>
            </a:r>
            <a:r>
              <a:rPr lang="da-DK" sz="3200" dirty="0" err="1"/>
              <a:t>my</a:t>
            </a:r>
            <a:r>
              <a:rPr lang="da-DK" sz="3200" dirty="0"/>
              <a:t> database </a:t>
            </a:r>
            <a:r>
              <a:rPr lang="da-DK" sz="3200" dirty="0" err="1"/>
              <a:t>using</a:t>
            </a:r>
            <a:r>
              <a:rPr lang="da-DK" sz="3200" dirty="0"/>
              <a:t> a .</a:t>
            </a:r>
            <a:r>
              <a:rPr lang="da-DK" sz="3200" dirty="0" err="1"/>
              <a:t>dacpac</a:t>
            </a:r>
            <a:r>
              <a:rPr lang="da-DK" sz="3200" dirty="0"/>
              <a:t>?</a:t>
            </a:r>
          </a:p>
          <a:p>
            <a:r>
              <a:rPr lang="da-DK" sz="3200" dirty="0"/>
              <a:t>This is a community </a:t>
            </a:r>
            <a:r>
              <a:rPr lang="da-DK" sz="3200" dirty="0" err="1"/>
              <a:t>project</a:t>
            </a:r>
            <a:r>
              <a:rPr lang="da-DK" sz="3200" dirty="0"/>
              <a:t>, </a:t>
            </a:r>
            <a:r>
              <a:rPr lang="da-DK" sz="3200" dirty="0" err="1"/>
              <a:t>what</a:t>
            </a:r>
            <a:r>
              <a:rPr lang="da-DK" sz="3200" dirty="0"/>
              <a:t> is MS </a:t>
            </a:r>
            <a:r>
              <a:rPr lang="da-DK" sz="3200" dirty="0" err="1"/>
              <a:t>doing</a:t>
            </a:r>
            <a:r>
              <a:rPr lang="da-DK" sz="3200" dirty="0"/>
              <a:t>?</a:t>
            </a:r>
          </a:p>
          <a:p>
            <a:r>
              <a:rPr lang="da-DK" sz="3200" dirty="0"/>
              <a:t>I </a:t>
            </a:r>
            <a:r>
              <a:rPr lang="da-DK" sz="3200" dirty="0" err="1"/>
              <a:t>use</a:t>
            </a:r>
            <a:r>
              <a:rPr lang="da-DK" sz="3200" dirty="0"/>
              <a:t> </a:t>
            </a:r>
            <a:r>
              <a:rPr lang="da-DK" sz="3200" dirty="0" err="1"/>
              <a:t>Postgres</a:t>
            </a:r>
            <a:r>
              <a:rPr lang="da-DK" sz="3200" dirty="0"/>
              <a:t> / Oracle /MySQL – </a:t>
            </a:r>
            <a:r>
              <a:rPr lang="da-DK" sz="3200" dirty="0" err="1"/>
              <a:t>can</a:t>
            </a:r>
            <a:r>
              <a:rPr lang="da-DK" sz="3200" dirty="0"/>
              <a:t> I </a:t>
            </a:r>
            <a:r>
              <a:rPr lang="da-DK" sz="3200" dirty="0" err="1"/>
              <a:t>use</a:t>
            </a:r>
            <a:r>
              <a:rPr lang="da-DK" sz="3200" dirty="0"/>
              <a:t> </a:t>
            </a:r>
            <a:r>
              <a:rPr lang="da-DK" sz="3200" dirty="0" err="1"/>
              <a:t>this</a:t>
            </a:r>
            <a:r>
              <a:rPr lang="da-DK" sz="3200" dirty="0"/>
              <a:t>?</a:t>
            </a:r>
          </a:p>
          <a:p>
            <a:r>
              <a:rPr lang="da-DK" sz="3200" dirty="0" err="1"/>
              <a:t>Does</a:t>
            </a:r>
            <a:r>
              <a:rPr lang="da-DK" sz="3200" dirty="0"/>
              <a:t> it </a:t>
            </a:r>
            <a:r>
              <a:rPr lang="da-DK" sz="3200" dirty="0" err="1"/>
              <a:t>work</a:t>
            </a:r>
            <a:r>
              <a:rPr lang="da-DK" sz="3200" dirty="0"/>
              <a:t> on </a:t>
            </a:r>
            <a:r>
              <a:rPr lang="da-DK" sz="3200" dirty="0" err="1"/>
              <a:t>Azure</a:t>
            </a:r>
            <a:r>
              <a:rPr lang="da-DK" sz="3200"/>
              <a:t> SQL Databases?</a:t>
            </a:r>
            <a:endParaRPr lang="da-DK" sz="3200" dirty="0"/>
          </a:p>
          <a:p>
            <a:r>
              <a:rPr lang="da-DK" sz="3200" dirty="0" err="1"/>
              <a:t>What</a:t>
            </a:r>
            <a:r>
              <a:rPr lang="da-DK" sz="3200" dirty="0"/>
              <a:t> </a:t>
            </a:r>
            <a:r>
              <a:rPr lang="da-DK" sz="3200" dirty="0" err="1"/>
              <a:t>if</a:t>
            </a:r>
            <a:r>
              <a:rPr lang="da-DK" sz="3200" dirty="0"/>
              <a:t> I just </a:t>
            </a:r>
            <a:r>
              <a:rPr lang="da-DK" sz="3200" dirty="0" err="1"/>
              <a:t>want</a:t>
            </a:r>
            <a:r>
              <a:rPr lang="da-DK" sz="3200" dirty="0"/>
              <a:t> to </a:t>
            </a:r>
            <a:r>
              <a:rPr lang="da-DK" sz="3200" dirty="0" err="1"/>
              <a:t>analyze</a:t>
            </a:r>
            <a:r>
              <a:rPr lang="da-DK" sz="3200" dirty="0"/>
              <a:t> a script on disk?</a:t>
            </a:r>
          </a:p>
          <a:p>
            <a:endParaRPr lang="da-DK" sz="3200" dirty="0"/>
          </a:p>
          <a:p>
            <a:pPr marL="0" indent="0">
              <a:buNone/>
            </a:pPr>
            <a:endParaRPr lang="da-DK" sz="3200" dirty="0"/>
          </a:p>
        </p:txBody>
      </p:sp>
    </p:spTree>
    <p:extLst>
      <p:ext uri="{BB962C8B-B14F-4D97-AF65-F5344CB8AC3E}">
        <p14:creationId xmlns:p14="http://schemas.microsoft.com/office/powerpoint/2010/main" val="3573977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D46EE-FF28-5231-08CB-F5FDBAC09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EEB31-E4FC-2566-C8F1-45B5FB08A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Q  &amp; 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55434-F03A-B8A3-C83A-165FC3B93C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sz="3200" dirty="0" err="1"/>
              <a:t>Sharing</a:t>
            </a:r>
            <a:r>
              <a:rPr lang="da-DK" sz="3200" dirty="0"/>
              <a:t> parts of a database (</a:t>
            </a:r>
            <a:r>
              <a:rPr lang="da-DK" sz="3200" dirty="0" err="1"/>
              <a:t>f.ex</a:t>
            </a:r>
            <a:r>
              <a:rPr lang="da-DK" sz="3200" dirty="0"/>
              <a:t>. </a:t>
            </a:r>
            <a:r>
              <a:rPr lang="da-DK" sz="3200" dirty="0" err="1"/>
              <a:t>monitoring</a:t>
            </a:r>
            <a:r>
              <a:rPr lang="da-DK" sz="3200" dirty="0"/>
              <a:t>) ?</a:t>
            </a:r>
          </a:p>
          <a:p>
            <a:r>
              <a:rPr lang="da-DK" sz="3200" dirty="0" err="1"/>
              <a:t>What</a:t>
            </a:r>
            <a:r>
              <a:rPr lang="da-DK" sz="3200" dirty="0"/>
              <a:t> </a:t>
            </a:r>
            <a:r>
              <a:rPr lang="da-DK" sz="3200" dirty="0" err="1"/>
              <a:t>if</a:t>
            </a:r>
            <a:r>
              <a:rPr lang="da-DK" sz="3200" dirty="0"/>
              <a:t> </a:t>
            </a:r>
            <a:r>
              <a:rPr lang="da-DK" sz="3200" dirty="0" err="1"/>
              <a:t>my</a:t>
            </a:r>
            <a:r>
              <a:rPr lang="da-DK" sz="3200" dirty="0"/>
              <a:t> </a:t>
            </a:r>
            <a:r>
              <a:rPr lang="da-DK" sz="3200" dirty="0" err="1"/>
              <a:t>db</a:t>
            </a:r>
            <a:r>
              <a:rPr lang="da-DK" sz="3200" dirty="0"/>
              <a:t> has </a:t>
            </a:r>
            <a:r>
              <a:rPr lang="da-DK" sz="3200" dirty="0" err="1"/>
              <a:t>dependencies</a:t>
            </a:r>
            <a:r>
              <a:rPr lang="da-DK" sz="3200" dirty="0"/>
              <a:t> on </a:t>
            </a:r>
            <a:r>
              <a:rPr lang="da-DK" sz="3200" dirty="0" err="1"/>
              <a:t>other</a:t>
            </a:r>
            <a:r>
              <a:rPr lang="da-DK" sz="3200" dirty="0"/>
              <a:t> database?</a:t>
            </a:r>
          </a:p>
          <a:p>
            <a:r>
              <a:rPr lang="da-DK" sz="3200" dirty="0"/>
              <a:t>How </a:t>
            </a:r>
            <a:r>
              <a:rPr lang="da-DK" sz="3200" dirty="0" err="1"/>
              <a:t>would</a:t>
            </a:r>
            <a:r>
              <a:rPr lang="da-DK" sz="3200" dirty="0"/>
              <a:t> </a:t>
            </a:r>
            <a:r>
              <a:rPr lang="da-DK" sz="3200" dirty="0" err="1"/>
              <a:t>this</a:t>
            </a:r>
            <a:r>
              <a:rPr lang="da-DK" sz="3200" dirty="0"/>
              <a:t> </a:t>
            </a:r>
            <a:r>
              <a:rPr lang="da-DK" sz="3200" dirty="0" err="1"/>
              <a:t>work</a:t>
            </a:r>
            <a:r>
              <a:rPr lang="da-DK" sz="3200" dirty="0"/>
              <a:t> with EF Core?</a:t>
            </a:r>
          </a:p>
          <a:p>
            <a:r>
              <a:rPr lang="da-DK" sz="3200" dirty="0"/>
              <a:t>How </a:t>
            </a:r>
            <a:r>
              <a:rPr lang="da-DK" sz="3200" dirty="0" err="1"/>
              <a:t>about</a:t>
            </a:r>
            <a:r>
              <a:rPr lang="da-DK" sz="3200" dirty="0"/>
              <a:t> .NET </a:t>
            </a:r>
            <a:r>
              <a:rPr lang="da-DK" sz="3200" dirty="0" err="1"/>
              <a:t>Aspire</a:t>
            </a:r>
            <a:r>
              <a:rPr lang="da-DK" sz="3200" dirty="0"/>
              <a:t>?</a:t>
            </a:r>
          </a:p>
          <a:p>
            <a:pPr marL="0" indent="0">
              <a:buNone/>
            </a:pPr>
            <a:endParaRPr lang="da-DK" sz="3200" dirty="0"/>
          </a:p>
        </p:txBody>
      </p:sp>
    </p:spTree>
    <p:extLst>
      <p:ext uri="{BB962C8B-B14F-4D97-AF65-F5344CB8AC3E}">
        <p14:creationId xmlns:p14="http://schemas.microsoft.com/office/powerpoint/2010/main" val="36080722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AEFBC-55FB-DAC2-4C55-421A6474C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Classic .</a:t>
            </a:r>
            <a:r>
              <a:rPr lang="da-DK" dirty="0" err="1"/>
              <a:t>sqlproj</a:t>
            </a:r>
            <a:r>
              <a:rPr lang="da-DK" dirty="0"/>
              <a:t> </a:t>
            </a:r>
            <a:r>
              <a:rPr lang="da-DK" dirty="0" err="1"/>
              <a:t>vs</a:t>
            </a:r>
            <a:r>
              <a:rPr lang="da-DK" dirty="0"/>
              <a:t> </a:t>
            </a:r>
            <a:r>
              <a:rPr lang="da-DK" dirty="0" err="1"/>
              <a:t>MSBuild.SDK.SqlProj</a:t>
            </a:r>
            <a:endParaRPr lang="da-DK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72563C5-A433-61F8-5394-C78C4BAF79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096666"/>
              </p:ext>
            </p:extLst>
          </p:nvPr>
        </p:nvGraphicFramePr>
        <p:xfrm>
          <a:off x="838200" y="1825625"/>
          <a:ext cx="10515597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4174">
                  <a:extLst>
                    <a:ext uri="{9D8B030D-6E8A-4147-A177-3AD203B41FA5}">
                      <a16:colId xmlns:a16="http://schemas.microsoft.com/office/drawing/2014/main" val="290016797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474669456"/>
                    </a:ext>
                  </a:extLst>
                </a:gridCol>
                <a:gridCol w="2583423">
                  <a:extLst>
                    <a:ext uri="{9D8B030D-6E8A-4147-A177-3AD203B41FA5}">
                      <a16:colId xmlns:a16="http://schemas.microsoft.com/office/drawing/2014/main" val="3838881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a-DK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800" dirty="0"/>
                        <a:t>.SQLPROJ (Legacy VS)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800" dirty="0" err="1"/>
                        <a:t>MSBuild.SDK.SqlProj</a:t>
                      </a:r>
                      <a:endParaRPr lang="da-DK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8306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sz="2400" dirty="0" err="1"/>
                        <a:t>Create</a:t>
                      </a:r>
                      <a:r>
                        <a:rPr lang="da-DK" sz="2400" dirty="0"/>
                        <a:t>, </a:t>
                      </a:r>
                      <a:r>
                        <a:rPr lang="da-DK" sz="2400" dirty="0" err="1"/>
                        <a:t>build</a:t>
                      </a:r>
                      <a:r>
                        <a:rPr lang="da-DK" sz="2400" dirty="0"/>
                        <a:t>, </a:t>
                      </a:r>
                      <a:r>
                        <a:rPr lang="da-DK" sz="2400" dirty="0" err="1"/>
                        <a:t>publish</a:t>
                      </a:r>
                      <a:r>
                        <a:rPr lang="da-DK" sz="2400" dirty="0"/>
                        <a:t> a .</a:t>
                      </a:r>
                      <a:r>
                        <a:rPr lang="da-DK" sz="2400" dirty="0" err="1"/>
                        <a:t>dacpac</a:t>
                      </a:r>
                      <a:endParaRPr lang="da-DK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400" b="0" i="0" kern="1200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✔</a:t>
                      </a:r>
                      <a:endParaRPr lang="da-DK" sz="2400" b="1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400" b="0" i="0" kern="1200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✔</a:t>
                      </a:r>
                      <a:endParaRPr lang="da-DK" sz="2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5632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sz="2400" dirty="0"/>
                        <a:t>Run Code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400" b="0" i="0" kern="1200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✔ </a:t>
                      </a:r>
                      <a:r>
                        <a:rPr lang="da-DK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(15 </a:t>
                      </a:r>
                      <a:r>
                        <a:rPr lang="da-DK" sz="2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rules</a:t>
                      </a:r>
                      <a:r>
                        <a:rPr lang="da-DK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da-DK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400" b="0" i="0" kern="1200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✔ </a:t>
                      </a:r>
                      <a:r>
                        <a:rPr lang="da-DK" sz="2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(120</a:t>
                      </a:r>
                      <a:r>
                        <a:rPr lang="da-DK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da-DK" sz="2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rules</a:t>
                      </a:r>
                      <a:r>
                        <a:rPr lang="da-DK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da-DK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82848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sz="2400" dirty="0"/>
                        <a:t>Run </a:t>
                      </a:r>
                      <a:r>
                        <a:rPr lang="da-DK" sz="2400" dirty="0" err="1"/>
                        <a:t>custom</a:t>
                      </a:r>
                      <a:r>
                        <a:rPr lang="da-DK" sz="2400" dirty="0"/>
                        <a:t> </a:t>
                      </a:r>
                      <a:r>
                        <a:rPr lang="da-DK" sz="2400" dirty="0" err="1"/>
                        <a:t>rules</a:t>
                      </a:r>
                      <a:endParaRPr lang="da-DK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400" b="0" i="0" kern="1200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✔ </a:t>
                      </a:r>
                      <a:r>
                        <a:rPr lang="da-DK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da-DK" sz="2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admin</a:t>
                      </a:r>
                      <a:r>
                        <a:rPr lang="da-DK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a-DK" sz="2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only</a:t>
                      </a:r>
                      <a:r>
                        <a:rPr lang="da-DK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da-DK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400" b="0" i="0" kern="1200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✔</a:t>
                      </a:r>
                      <a:endParaRPr lang="da-DK" sz="2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302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sz="2400" dirty="0"/>
                        <a:t>Run </a:t>
                      </a:r>
                      <a:r>
                        <a:rPr lang="da-DK" sz="2400" dirty="0" err="1"/>
                        <a:t>rules</a:t>
                      </a:r>
                      <a:r>
                        <a:rPr lang="da-DK" sz="2400" dirty="0"/>
                        <a:t> on </a:t>
                      </a:r>
                      <a:r>
                        <a:rPr lang="da-DK" sz="2400" dirty="0" err="1"/>
                        <a:t>hosted</a:t>
                      </a:r>
                      <a:r>
                        <a:rPr lang="da-DK" sz="2400" dirty="0"/>
                        <a:t>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400" b="0" i="0" kern="1200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✔</a:t>
                      </a:r>
                      <a:endParaRPr lang="da-DK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400" b="0" i="0" kern="1200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✔</a:t>
                      </a:r>
                      <a:endParaRPr lang="da-DK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3817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sz="2400" dirty="0"/>
                        <a:t>Run </a:t>
                      </a:r>
                      <a:r>
                        <a:rPr lang="da-DK" sz="2400" dirty="0" err="1"/>
                        <a:t>custom</a:t>
                      </a:r>
                      <a:r>
                        <a:rPr lang="da-DK" sz="2400" dirty="0"/>
                        <a:t> </a:t>
                      </a:r>
                      <a:r>
                        <a:rPr lang="da-DK" sz="2400" dirty="0" err="1"/>
                        <a:t>rules</a:t>
                      </a:r>
                      <a:r>
                        <a:rPr lang="da-DK" sz="2400" dirty="0"/>
                        <a:t> on </a:t>
                      </a:r>
                      <a:r>
                        <a:rPr lang="da-DK" sz="2400" dirty="0" err="1"/>
                        <a:t>hosted</a:t>
                      </a:r>
                      <a:r>
                        <a:rPr lang="da-DK" sz="2400" dirty="0"/>
                        <a:t>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da-DK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400" b="0" i="0" kern="1200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✔</a:t>
                      </a:r>
                      <a:endParaRPr lang="da-DK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20448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sz="2400" dirty="0" err="1"/>
                        <a:t>Build</a:t>
                      </a:r>
                      <a:r>
                        <a:rPr lang="da-DK" sz="2400" dirty="0"/>
                        <a:t> on Linux (</a:t>
                      </a:r>
                      <a:r>
                        <a:rPr lang="da-DK" sz="2400" dirty="0" err="1"/>
                        <a:t>dotnet</a:t>
                      </a:r>
                      <a:r>
                        <a:rPr lang="da-DK" sz="2400" dirty="0"/>
                        <a:t> </a:t>
                      </a:r>
                      <a:r>
                        <a:rPr lang="da-DK" sz="2400" dirty="0" err="1"/>
                        <a:t>build</a:t>
                      </a:r>
                      <a:r>
                        <a:rPr lang="da-DK" sz="24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da-DK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2400" b="0" i="0" kern="1200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✔</a:t>
                      </a:r>
                      <a:endParaRPr lang="da-DK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9839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a-DK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Visual designers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400" b="0" i="0" kern="1200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✔</a:t>
                      </a:r>
                      <a:endParaRPr lang="da-DK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da-DK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5645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sz="2400" dirty="0" err="1"/>
                        <a:t>NuGet</a:t>
                      </a:r>
                      <a:r>
                        <a:rPr lang="da-DK" sz="2400" dirty="0"/>
                        <a:t> </a:t>
                      </a:r>
                      <a:r>
                        <a:rPr lang="da-DK" sz="2400" dirty="0" err="1"/>
                        <a:t>pack</a:t>
                      </a:r>
                      <a:r>
                        <a:rPr lang="da-DK" sz="2400" dirty="0"/>
                        <a:t> (.</a:t>
                      </a:r>
                      <a:r>
                        <a:rPr lang="da-DK" sz="2400" dirty="0" err="1"/>
                        <a:t>dacpac</a:t>
                      </a:r>
                      <a:r>
                        <a:rPr lang="da-DK" sz="2400" dirty="0"/>
                        <a:t>/</a:t>
                      </a:r>
                      <a:r>
                        <a:rPr lang="da-DK" sz="2400" dirty="0" err="1"/>
                        <a:t>rules</a:t>
                      </a:r>
                      <a:r>
                        <a:rPr lang="da-DK" sz="24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da-DK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2400" b="0" i="0" kern="1200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✔</a:t>
                      </a:r>
                      <a:endParaRPr lang="da-DK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2690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sz="2400" dirty="0"/>
                        <a:t>SQL CLR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400" b="0" i="0" kern="1200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✔</a:t>
                      </a:r>
                      <a:endParaRPr lang="da-DK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 (</a:t>
                      </a:r>
                      <a:r>
                        <a:rPr lang="da-DK" sz="2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workaround</a:t>
                      </a:r>
                      <a:r>
                        <a:rPr lang="da-DK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da-DK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64725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9718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02EDD-BF75-C1E2-C4E0-452E278B9E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 err="1"/>
              <a:t>What</a:t>
            </a:r>
            <a:r>
              <a:rPr lang="da-DK" dirty="0"/>
              <a:t> is a </a:t>
            </a:r>
            <a:r>
              <a:rPr lang="da-DK" dirty="0" err="1"/>
              <a:t>dacpac</a:t>
            </a:r>
            <a:r>
              <a:rPr lang="da-DK" dirty="0"/>
              <a:t> and </a:t>
            </a:r>
            <a:r>
              <a:rPr lang="da-DK" dirty="0" err="1"/>
              <a:t>why</a:t>
            </a:r>
            <a:r>
              <a:rPr lang="da-DK" dirty="0"/>
              <a:t> </a:t>
            </a:r>
            <a:r>
              <a:rPr lang="da-DK" dirty="0" err="1"/>
              <a:t>should</a:t>
            </a:r>
            <a:r>
              <a:rPr lang="da-DK" dirty="0"/>
              <a:t> I </a:t>
            </a:r>
            <a:r>
              <a:rPr lang="da-DK" dirty="0" err="1"/>
              <a:t>care</a:t>
            </a:r>
            <a:r>
              <a:rPr lang="da-DK" dirty="0"/>
              <a:t>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34CC98-5EC0-A5E9-F6EC-E0FF61BD14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61272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026" name="Picture 2" descr="Database Code Analysis Rules Components">
            <a:extLst>
              <a:ext uri="{FF2B5EF4-FFF2-40B4-BE49-F238E27FC236}">
                <a16:creationId xmlns:a16="http://schemas.microsoft.com/office/drawing/2014/main" id="{0ABCBC13-8996-BF34-379B-67805E159CC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04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97141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2E1C5-9DBD-026F-54AD-8267C4875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Why</a:t>
            </a:r>
            <a:r>
              <a:rPr lang="da-DK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AEA13-D193-3591-483D-99C9CBEA7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da-DK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Data Tier Application Package</a:t>
            </a:r>
            <a:br>
              <a:rPr lang="da-DK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</a:br>
            <a:endParaRPr lang="da-DK" dirty="0"/>
          </a:p>
          <a:p>
            <a:r>
              <a:rPr lang="da-DK" sz="3200" dirty="0" err="1"/>
              <a:t>Get</a:t>
            </a:r>
            <a:r>
              <a:rPr lang="da-DK" sz="3200" dirty="0"/>
              <a:t> </a:t>
            </a:r>
            <a:r>
              <a:rPr lang="da-DK" sz="3200" dirty="0" err="1"/>
              <a:t>your</a:t>
            </a:r>
            <a:r>
              <a:rPr lang="da-DK" sz="3200" dirty="0"/>
              <a:t> database under source </a:t>
            </a:r>
            <a:r>
              <a:rPr lang="da-DK" sz="3200" dirty="0" err="1"/>
              <a:t>control</a:t>
            </a:r>
            <a:endParaRPr lang="da-DK" sz="3200" dirty="0"/>
          </a:p>
          <a:p>
            <a:r>
              <a:rPr lang="da-DK" sz="3200" dirty="0" err="1"/>
              <a:t>Ensure</a:t>
            </a:r>
            <a:r>
              <a:rPr lang="da-DK" sz="3200" dirty="0"/>
              <a:t> </a:t>
            </a:r>
            <a:r>
              <a:rPr lang="da-DK" sz="3200" dirty="0" err="1"/>
              <a:t>your</a:t>
            </a:r>
            <a:r>
              <a:rPr lang="da-DK" sz="3200" dirty="0"/>
              <a:t> .sql scripts ”</a:t>
            </a:r>
            <a:r>
              <a:rPr lang="da-DK" sz="3200" dirty="0" err="1"/>
              <a:t>build</a:t>
            </a:r>
            <a:r>
              <a:rPr lang="da-DK" sz="3200" dirty="0"/>
              <a:t>” – </a:t>
            </a:r>
            <a:r>
              <a:rPr lang="da-DK" sz="3200" dirty="0" err="1"/>
              <a:t>code</a:t>
            </a:r>
            <a:r>
              <a:rPr lang="da-DK" sz="3200" dirty="0"/>
              <a:t> </a:t>
            </a:r>
            <a:r>
              <a:rPr lang="da-DK" sz="3200" dirty="0" err="1"/>
              <a:t>validation</a:t>
            </a:r>
            <a:endParaRPr lang="da-DK" sz="3200" dirty="0"/>
          </a:p>
          <a:p>
            <a:r>
              <a:rPr lang="da-DK" sz="3200" dirty="0" err="1"/>
              <a:t>Ensure</a:t>
            </a:r>
            <a:r>
              <a:rPr lang="da-DK" sz="3200" dirty="0"/>
              <a:t> </a:t>
            </a:r>
            <a:r>
              <a:rPr lang="da-DK" sz="3200" dirty="0" err="1"/>
              <a:t>your</a:t>
            </a:r>
            <a:r>
              <a:rPr lang="da-DK" sz="3200" dirty="0"/>
              <a:t> .sql scripts </a:t>
            </a:r>
            <a:r>
              <a:rPr lang="da-DK" sz="3200" dirty="0" err="1"/>
              <a:t>follow</a:t>
            </a:r>
            <a:r>
              <a:rPr lang="da-DK" sz="3200" dirty="0"/>
              <a:t> business </a:t>
            </a:r>
            <a:r>
              <a:rPr lang="da-DK" sz="3200" dirty="0" err="1"/>
              <a:t>rules</a:t>
            </a:r>
            <a:r>
              <a:rPr lang="da-DK" sz="3200" dirty="0"/>
              <a:t> – </a:t>
            </a:r>
            <a:r>
              <a:rPr lang="da-DK" sz="3200" dirty="0" err="1"/>
              <a:t>code</a:t>
            </a:r>
            <a:r>
              <a:rPr lang="da-DK" sz="3200" dirty="0"/>
              <a:t> </a:t>
            </a:r>
            <a:r>
              <a:rPr lang="da-DK" sz="3200" dirty="0" err="1"/>
              <a:t>analysis</a:t>
            </a:r>
            <a:endParaRPr lang="da-DK" sz="3200" dirty="0"/>
          </a:p>
          <a:p>
            <a:r>
              <a:rPr lang="da-DK" sz="3200" dirty="0" err="1"/>
              <a:t>Deploy</a:t>
            </a:r>
            <a:r>
              <a:rPr lang="da-DK" sz="3200" dirty="0"/>
              <a:t> </a:t>
            </a:r>
            <a:r>
              <a:rPr lang="da-DK" sz="3200" dirty="0" err="1"/>
              <a:t>changes</a:t>
            </a:r>
            <a:r>
              <a:rPr lang="da-DK" sz="3200" dirty="0"/>
              <a:t> to the database </a:t>
            </a:r>
            <a:r>
              <a:rPr lang="da-DK" sz="3200" dirty="0" err="1"/>
              <a:t>schema</a:t>
            </a:r>
            <a:r>
              <a:rPr lang="da-DK" sz="3200" dirty="0"/>
              <a:t> with </a:t>
            </a:r>
            <a:r>
              <a:rPr lang="da-DK" sz="3200" dirty="0" err="1"/>
              <a:t>changes</a:t>
            </a:r>
            <a:r>
              <a:rPr lang="da-DK" sz="3200" dirty="0"/>
              <a:t> to </a:t>
            </a:r>
            <a:r>
              <a:rPr lang="da-DK" sz="3200" dirty="0" err="1"/>
              <a:t>your</a:t>
            </a:r>
            <a:r>
              <a:rPr lang="da-DK" sz="3200" dirty="0"/>
              <a:t> app</a:t>
            </a:r>
          </a:p>
          <a:p>
            <a:r>
              <a:rPr lang="da-DK" sz="3200" dirty="0"/>
              <a:t>No more migration scripts – </a:t>
            </a:r>
            <a:r>
              <a:rPr lang="da-DK" sz="3200" dirty="0" err="1"/>
              <a:t>simply</a:t>
            </a:r>
            <a:r>
              <a:rPr lang="da-DK" sz="3200" dirty="0"/>
              <a:t> </a:t>
            </a:r>
            <a:r>
              <a:rPr lang="da-DK" sz="3200" dirty="0" err="1"/>
              <a:t>describe</a:t>
            </a:r>
            <a:r>
              <a:rPr lang="da-DK" sz="3200" dirty="0"/>
              <a:t> </a:t>
            </a:r>
            <a:r>
              <a:rPr lang="da-DK" sz="3200" dirty="0" err="1"/>
              <a:t>your</a:t>
            </a:r>
            <a:r>
              <a:rPr lang="da-DK" sz="3200" dirty="0"/>
              <a:t> </a:t>
            </a:r>
            <a:r>
              <a:rPr lang="da-DK" sz="3200" dirty="0" err="1"/>
              <a:t>desired</a:t>
            </a:r>
            <a:r>
              <a:rPr lang="da-DK" sz="3200" dirty="0"/>
              <a:t> </a:t>
            </a:r>
            <a:r>
              <a:rPr lang="da-DK" sz="3200" dirty="0" err="1"/>
              <a:t>state</a:t>
            </a:r>
            <a:endParaRPr lang="da-DK" sz="3200" dirty="0"/>
          </a:p>
          <a:p>
            <a:r>
              <a:rPr lang="da-DK" sz="3200" dirty="0"/>
              <a:t>Cross platform </a:t>
            </a:r>
            <a:r>
              <a:rPr lang="da-DK" sz="3200" dirty="0" err="1"/>
              <a:t>build</a:t>
            </a:r>
            <a:r>
              <a:rPr lang="da-DK" sz="3200" dirty="0"/>
              <a:t> and </a:t>
            </a:r>
            <a:r>
              <a:rPr lang="da-DK" sz="3200" dirty="0" err="1"/>
              <a:t>deployment</a:t>
            </a:r>
            <a:r>
              <a:rPr lang="da-DK" sz="3200" dirty="0"/>
              <a:t> support</a:t>
            </a:r>
          </a:p>
          <a:p>
            <a:pPr marL="0" indent="0">
              <a:buNone/>
            </a:pPr>
            <a:endParaRPr lang="da-DK" sz="3200" dirty="0"/>
          </a:p>
        </p:txBody>
      </p:sp>
    </p:spTree>
    <p:extLst>
      <p:ext uri="{BB962C8B-B14F-4D97-AF65-F5344CB8AC3E}">
        <p14:creationId xmlns:p14="http://schemas.microsoft.com/office/powerpoint/2010/main" val="28079654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5BB5B-7FFA-DB8B-F802-03B5D520D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Process</a:t>
            </a:r>
            <a:endParaRPr lang="da-DK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4C458CB-FE86-0722-5465-2135D8B2406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Arrow: Down 2">
            <a:extLst>
              <a:ext uri="{FF2B5EF4-FFF2-40B4-BE49-F238E27FC236}">
                <a16:creationId xmlns:a16="http://schemas.microsoft.com/office/drawing/2014/main" id="{41A997FB-CF39-A7D3-CBE9-49B7A0E95D4B}"/>
              </a:ext>
            </a:extLst>
          </p:cNvPr>
          <p:cNvSpPr/>
          <p:nvPr/>
        </p:nvSpPr>
        <p:spPr>
          <a:xfrm>
            <a:off x="8072581" y="2161309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pic>
        <p:nvPicPr>
          <p:cNvPr id="1026" name="Picture 2" descr="Microscope Cartoon Vector Icon Illustration - Microscope - Sticker |  TeePublic">
            <a:extLst>
              <a:ext uri="{FF2B5EF4-FFF2-40B4-BE49-F238E27FC236}">
                <a16:creationId xmlns:a16="http://schemas.microsoft.com/office/drawing/2014/main" id="{0C12428C-43EA-42B3-B5FD-98F46FCED0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7178" y="4897438"/>
            <a:ext cx="1595437" cy="1595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24713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</TotalTime>
  <Words>371</Words>
  <Application>Microsoft Office PowerPoint</Application>
  <PresentationFormat>Widescreen</PresentationFormat>
  <Paragraphs>74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Open Sans</vt:lpstr>
      <vt:lpstr>Office Theme</vt:lpstr>
      <vt:lpstr>Modern SQL development with .NET 10</vt:lpstr>
      <vt:lpstr>PowerPoint Presentation</vt:lpstr>
      <vt:lpstr>Agenda</vt:lpstr>
      <vt:lpstr>Demo!</vt:lpstr>
      <vt:lpstr>CTA</vt:lpstr>
      <vt:lpstr>Q  &amp; A</vt:lpstr>
      <vt:lpstr>Q  &amp; A</vt:lpstr>
      <vt:lpstr>Q  &amp; A</vt:lpstr>
      <vt:lpstr>Classic .sqlproj vs MSBuild.SDK.SqlProj</vt:lpstr>
      <vt:lpstr>What is a dacpac and why should I care?</vt:lpstr>
      <vt:lpstr>PowerPoint Presentation</vt:lpstr>
      <vt:lpstr>Why?</vt:lpstr>
      <vt:lpstr>Process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project  / MSBuild.SDK.SqlProj</dc:title>
  <dc:creator>Erik Ejlskov Jensen (Delegate)</dc:creator>
  <cp:lastModifiedBy>Erik Ejlskov Jensen (Context&amp;)</cp:lastModifiedBy>
  <cp:revision>87</cp:revision>
  <dcterms:created xsi:type="dcterms:W3CDTF">2024-05-28T09:08:59Z</dcterms:created>
  <dcterms:modified xsi:type="dcterms:W3CDTF">2025-11-30T09:19:50Z</dcterms:modified>
</cp:coreProperties>
</file>